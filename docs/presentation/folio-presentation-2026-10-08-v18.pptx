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40278561b44569" /><Relationship Type="http://schemas.openxmlformats.org/officeDocument/2006/relationships/extended-properties" Target="/docProps/app.xml" Id="Rc4d4e09986af4dd9" /><Relationship Type="http://schemas.openxmlformats.org/officeDocument/2006/relationships/officeDocument" Target="/ppt/presentation.xml" Id="R90acd814dfae4af6" /></Relationships>
</file>

<file path=ppt/presentation.xml><?xml version="1.0" encoding="utf-8"?>
<p:presentation xmlns:p="http://schemas.openxmlformats.org/presentationml/2006/main">
  <p:sldMasterIdLst>
    <p:sldMasterId xmlns:r="http://schemas.openxmlformats.org/officeDocument/2006/relationships" id="2147483648" r:id="Rab6ecfb12820420e"/>
  </p:sldMasterIdLst>
  <p:notesMasterIdLst>
    <p:notesMasterId xmlns:r="http://schemas.openxmlformats.org/officeDocument/2006/relationships" r:id="R78843462c02640de"/>
  </p:notesMasterIdLst>
  <p:sldIdLst>
    <p:sldId xmlns:r="http://schemas.openxmlformats.org/officeDocument/2006/relationships" id="256" r:id="R3c31f7f4881b4a96"/>
    <p:sldId xmlns:r="http://schemas.openxmlformats.org/officeDocument/2006/relationships" id="257" r:id="R0fbe4838b8344bc7"/>
    <p:sldId xmlns:r="http://schemas.openxmlformats.org/officeDocument/2006/relationships" id="258" r:id="R6c28e86b19544b59"/>
    <p:sldId xmlns:r="http://schemas.openxmlformats.org/officeDocument/2006/relationships" id="259" r:id="Rfe6d311a8924487a"/>
    <p:sldId xmlns:r="http://schemas.openxmlformats.org/officeDocument/2006/relationships" id="260" r:id="R8e3f2383ad2945f8"/>
    <p:sldId xmlns:r="http://schemas.openxmlformats.org/officeDocument/2006/relationships" id="261" r:id="R5e5fc576d7d24232"/>
    <p:sldId xmlns:r="http://schemas.openxmlformats.org/officeDocument/2006/relationships" id="262" r:id="R690450440dbe4532"/>
    <p:sldId xmlns:r="http://schemas.openxmlformats.org/officeDocument/2006/relationships" id="263" r:id="Re6cb581557da4c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34be5017484c59" /><Relationship Type="http://schemas.openxmlformats.org/officeDocument/2006/relationships/slideMaster" Target="/ppt/slideMasters/slideMaster1.xml" Id="Rab6ecfb12820420e" /><Relationship Type="http://schemas.openxmlformats.org/officeDocument/2006/relationships/notesMaster" Target="/ppt/notesMasters/notesMaster1.xml" Id="R78843462c02640de" /><Relationship Type="http://schemas.openxmlformats.org/officeDocument/2006/relationships/presProps" Target="/ppt/presProps.xml" Id="R0b1ad16ac19f44d3" /><Relationship Type="http://schemas.openxmlformats.org/officeDocument/2006/relationships/tableStyles" Target="/ppt/tableStyles.xml" Id="R648f021cc90b4eb8" /><Relationship Type="http://schemas.openxmlformats.org/officeDocument/2006/relationships/slide" Target="/ppt/slides/slide1.xml" Id="R3c31f7f4881b4a96" /><Relationship Type="http://schemas.openxmlformats.org/officeDocument/2006/relationships/slide" Target="/ppt/slides/slide2.xml" Id="R0fbe4838b8344bc7" /><Relationship Type="http://schemas.openxmlformats.org/officeDocument/2006/relationships/slide" Target="/ppt/slides/slide3.xml" Id="R6c28e86b19544b59" /><Relationship Type="http://schemas.openxmlformats.org/officeDocument/2006/relationships/slide" Target="/ppt/slides/slide4.xml" Id="Rfe6d311a8924487a" /><Relationship Type="http://schemas.openxmlformats.org/officeDocument/2006/relationships/slide" Target="/ppt/slides/slide5.xml" Id="R8e3f2383ad2945f8" /><Relationship Type="http://schemas.openxmlformats.org/officeDocument/2006/relationships/slide" Target="/ppt/slides/slide6.xml" Id="R5e5fc576d7d24232" /><Relationship Type="http://schemas.openxmlformats.org/officeDocument/2006/relationships/slide" Target="/ppt/slides/slide7.xml" Id="R690450440dbe4532" /><Relationship Type="http://schemas.openxmlformats.org/officeDocument/2006/relationships/slide" Target="/ppt/slides/slide8.xml" Id="Re6cb581557da4c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5e4e571d8b46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dc8242d3ae4019" /><Relationship Type="http://schemas.openxmlformats.org/officeDocument/2006/relationships/notesMaster" Target="/ppt/notesMasters/notesMaster1.xml" Id="R0abdc337a9054b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e0dd135c1549c5" /><Relationship Type="http://schemas.openxmlformats.org/officeDocument/2006/relationships/notesMaster" Target="/ppt/notesMasters/notesMaster1.xml" Id="R252024cc64014b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e9f26773e54831" /><Relationship Type="http://schemas.openxmlformats.org/officeDocument/2006/relationships/notesMaster" Target="/ppt/notesMasters/notesMaster1.xml" Id="R73d8decdf8904f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b149bd558a4788" /><Relationship Type="http://schemas.openxmlformats.org/officeDocument/2006/relationships/notesMaster" Target="/ppt/notesMasters/notesMaster1.xml" Id="R13b1abd880ae41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aedd2c459d404c" /><Relationship Type="http://schemas.openxmlformats.org/officeDocument/2006/relationships/notesMaster" Target="/ppt/notesMasters/notesMaster1.xml" Id="R549d67786d2747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e777960c4d4b17" /><Relationship Type="http://schemas.openxmlformats.org/officeDocument/2006/relationships/notesMaster" Target="/ppt/notesMasters/notesMaster1.xml" Id="R510fa646db4a4b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31fb35a53746a3" /><Relationship Type="http://schemas.openxmlformats.org/officeDocument/2006/relationships/notesMaster" Target="/ppt/notesMasters/notesMaster1.xml" Id="Rc95d0b0138294e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505273066c420b" /><Relationship Type="http://schemas.openxmlformats.org/officeDocument/2006/relationships/notesMaster" Target="/ppt/notesMasters/notesMaster1.xml" Id="R7570803e78ad46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folio는 읽은 책의 기록을 다음 책 선택에 활용하는 웹페이지입니다. 아래는 실제 서비스의 첫 화면이고, 보이는 책은 시연용입니다. 공개 시연 주소는 https://folio-murex-pi.vercel.app/ 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문제는 저 자신의 독서 습관에서 출발했습니다. 여러 책을 오가며 읽을 때 무엇을 읽고 있는지뿐 아니라 왜 좋았는지를 다시 보고 싶었습니다. 아래는 아몬드와 인물과 관계를 입력한 실제 서비스 화면입니다. 사용자 조사 결과가 아니라 시연용 입력입니다.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처음부터 복잡한 설정을 요구하지 않습니다. 책을 담고, 좋아한 이유를 남기고, 현재 원하는 책의 조건을 입력한 뒤 추천 근거를 읽습니다. 고른 책은 다시 책장에 저장합니다.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folio의 기능은 네 묶음입니다. 책 찾기에서는 여러 자료원의 책을 검색하고 조건으로 좁힙니다. 취향과 추천에서는 좋아한 책과 이유를 남기고 후보의 근거를 살핍니다. 내 책장에서는 읽기 상태, 메모, 완독 기록을 확인합니다. 책 옆의 발견에서는 잡지 소품 사진으로 포함된 잡지 호를 찾습니다. 각 작은 화면은 실제 folio에서 캡처했고 저장한 책과 취향은 시연용입니다.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공개 사이트에서 알라딘 주간 목록, 도서관 정보나루, Open Library가 작동합니다. 2026년 10월 8일 도서관 정보나루 키를 서버의 비밀 설정에 연결하고 아몬드의 실제 국내 검색 결과를 확인했습니다. Google Books는 아직 키가 없어 공개 사이트에서 사용하지 않습니다. 자료원별 제목·저자·소개·표지·출간일을 같은 구조로 정리하지만, 없는 정보는 임의로 채우지 않습니다. 판매 순위와 출간일은 별개의 정보입니다.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Gemini에는 실제 검색된 후보 중 소개가 있는 책만 보냅니다. 반환된 책 ID와 소개 인용문을 원래 자료에 대조하고, 맞지 않으면 추천을 비웁니다. 2026년 10월 8일 공개 사이트에서 아몬드를 검색해 국내 도서 카드에 AI 추천 이유가 표시되는 것을 확인했습니다. 이 확인은 독자의 만족도 평가가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알라딘 주간 목록에서 가져온 실제 국내 도서 카드입니다. 오른쪽은 시연용 책 네 권이 담긴 책장입니다. 찾은 책을 읽고 싶어요, 읽는 중, 다 읽었어요로 나누고 완독 날짜와 메모를 다시 볼 수 있습니다. 도서관 정보나루의 국내 도서 검색 결과는 공개 사이트에서 아몬드를 검색해 보여드릴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고정된 책만 보이는 문제 때문에 알라딘 주간 목록과 도서관 정보나루, Open Library를 연결했습니다. Gemini 추천에도 실제 책 소개 문장과 맞는지 확인하는 절차를 넣었고, 공개 사이트에서 국내 도서의 AI 추천 이유가 표시되는 것을 확인했습니다. 책장도 장식보다 실제 기록을 다시 보는 쪽으로 고쳤습니다. 독자의 평가와 다른 기기 복원은 다음 점검입니다.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40e8b610f640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83d6e02d604ff4" /><Relationship Type="http://schemas.openxmlformats.org/officeDocument/2006/relationships/slideLayout" Target="/ppt/slideLayouts/slideLayout1.xml" Id="Rdc01f906970442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01f906970442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2603eeb85d438a" /><Relationship Type="http://schemas.openxmlformats.org/officeDocument/2006/relationships/image" Target="/ppt/media/image.png" Id="Ra3fc08de75624baf" /><Relationship Type="http://schemas.openxmlformats.org/officeDocument/2006/relationships/notesSlide" Target="/ppt/notesSlides/notesSlide1.xml" Id="Rbb91a493bbbe42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ac64d7980244a6" /><Relationship Type="http://schemas.openxmlformats.org/officeDocument/2006/relationships/image" Target="/ppt/media/image2.png" Id="Rdfe186da88914c76" /><Relationship Type="http://schemas.openxmlformats.org/officeDocument/2006/relationships/notesSlide" Target="/ppt/notesSlides/notesSlide2.xml" Id="Rc3158199ad4242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813f3cc03f48e4" /><Relationship Type="http://schemas.openxmlformats.org/officeDocument/2006/relationships/image" Target="/ppt/media/image3.png" Id="Rf2bc6e0c8b0341e4" /><Relationship Type="http://schemas.openxmlformats.org/officeDocument/2006/relationships/notesSlide" Target="/ppt/notesSlides/notesSlide3.xml" Id="R8c13563bb5fb48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b1055b003a4f88" /><Relationship Type="http://schemas.openxmlformats.org/officeDocument/2006/relationships/image" Target="/ppt/media/image4.png" Id="R654e4cfc0e184597" /><Relationship Type="http://schemas.openxmlformats.org/officeDocument/2006/relationships/image" Target="/ppt/media/image5.png" Id="R871c6ff6a34e4288" /><Relationship Type="http://schemas.openxmlformats.org/officeDocument/2006/relationships/image" Target="/ppt/media/image6.png" Id="Rceb226741c8f4c41" /><Relationship Type="http://schemas.openxmlformats.org/officeDocument/2006/relationships/image" Target="/ppt/media/image7.png" Id="R6d2a9a5f0fbe4092" /><Relationship Type="http://schemas.openxmlformats.org/officeDocument/2006/relationships/image" Target="/ppt/media/image8.png" Id="Red9f7b58dff64fd1" /><Relationship Type="http://schemas.openxmlformats.org/officeDocument/2006/relationships/image" Target="/ppt/media/image9.png" Id="R9154df417be04760" /><Relationship Type="http://schemas.openxmlformats.org/officeDocument/2006/relationships/notesSlide" Target="/ppt/notesSlides/notesSlide4.xml" Id="R7fc1b045050346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17b6eaab2549ce" /><Relationship Type="http://schemas.openxmlformats.org/officeDocument/2006/relationships/image" Target="/ppt/media/image10.png" Id="Rfd62c7ea5e3640c5" /><Relationship Type="http://schemas.openxmlformats.org/officeDocument/2006/relationships/notesSlide" Target="/ppt/notesSlides/notesSlide5.xml" Id="R146a45fd3c6448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79c62261db4b70" /><Relationship Type="http://schemas.openxmlformats.org/officeDocument/2006/relationships/image" Target="/ppt/media/image.jpeg" Id="R108dc4426ace4a81" /><Relationship Type="http://schemas.openxmlformats.org/officeDocument/2006/relationships/notesSlide" Target="/ppt/notesSlides/notesSlide6.xml" Id="Re0fc1dfad90846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404235ca93a4015" /><Relationship Type="http://schemas.openxmlformats.org/officeDocument/2006/relationships/image" Target="/ppt/media/image11.png" Id="Re8fca090bfbb4640" /><Relationship Type="http://schemas.openxmlformats.org/officeDocument/2006/relationships/image" Target="/ppt/media/image12.png" Id="Rc7740b6fcf164961" /><Relationship Type="http://schemas.openxmlformats.org/officeDocument/2006/relationships/image" Target="/ppt/media/image13.png" Id="R575db8c3babf4943" /><Relationship Type="http://schemas.openxmlformats.org/officeDocument/2006/relationships/notesSlide" Target="/ppt/notesSlides/notesSlide7.xml" Id="R57f1515da7d247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4e5f21bf8d3422c" /><Relationship Type="http://schemas.openxmlformats.org/officeDocument/2006/relationships/notesSlide" Target="/ppt/notesSlides/notesSlide8.xml" Id="R2e7b91537b874af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4FFF8D-DEE3-4E6C-8866-A35B1CF4642C}"/>
              </a:ext>
            </a:extLst>
          </p:cNvPr>
          <p:cNvSpPr>
            <a:spLocks xmlns:a="http://schemas.openxmlformats.org/drawingml/2006/main" noGrp="1"/>
          </p:cNvSpPr>
          <p:nvPr/>
        </p:nvSpPr>
        <p:spPr>
          <a:xfrm xmlns:a="http://schemas.openxmlformats.org/drawingml/2006/main">
            <a:off x="666750" y="428625"/>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3B5D6A"/>
                </a:solidFill>
                <a:latin typeface="Noto Sans KR"/>
                <a:ea typeface="Noto Sans KR"/>
                <a:cs typeface="Noto Sans KR"/>
              </a:defRPr>
            </a:pPr>
            <a:r>
              <a:rPr sz="2100" b="1">
                <a:solidFill>
                  <a:srgbClr val="3B5D6A"/>
                </a:solidFill>
                <a:latin typeface="Noto Sans KR"/>
                <a:ea typeface="Noto Sans KR"/>
                <a:cs typeface="Noto Sans KR"/>
              </a:rPr>
              <a:t>folio</a:t>
            </a:r>
          </a:p>
        </p:txBody>
      </p:sp>
      <p:sp>
        <p:nvSpPr>
          <p:cNvPr id="2" name="">
            <a:extLst xmlns:a="http://schemas.openxmlformats.org/drawingml/2006/main">
              <a:ext uri="{FF2B5EF4-FFF2-40B4-BE49-F238E27FC236}">
                <a16:creationId xmlns:a16="http://schemas.microsoft.com/office/drawing/2014/main" id="{12C3E16B-BFF2-4EC0-B540-A540B8B3BB60}"/>
              </a:ext>
            </a:extLst>
          </p:cNvPr>
          <p:cNvSpPr>
            <a:spLocks xmlns:a="http://schemas.openxmlformats.org/drawingml/2006/main" noGrp="1"/>
          </p:cNvSpPr>
          <p:nvPr/>
        </p:nvSpPr>
        <p:spPr>
          <a:xfrm xmlns:a="http://schemas.openxmlformats.org/drawingml/2006/main">
            <a:off x="666750" y="11430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263238"/>
                </a:solidFill>
                <a:latin typeface="Noto Sans KR"/>
                <a:ea typeface="Noto Sans KR"/>
                <a:cs typeface="Noto Sans KR"/>
              </a:defRPr>
            </a:pPr>
            <a:r>
              <a:rPr sz="2850" b="1">
                <a:solidFill>
                  <a:srgbClr val="263238"/>
                </a:solidFill>
                <a:latin typeface="Noto Sans KR"/>
                <a:ea typeface="Noto Sans KR"/>
                <a:cs typeface="Noto Sans KR"/>
              </a:rPr>
              <a:t>읽은 책을 다음 선택에 쓰는 책장</a:t>
            </a:r>
          </a:p>
        </p:txBody>
      </p:sp>
      <p:sp>
        <p:nvSpPr>
          <p:cNvPr id="3" name="">
            <a:extLst xmlns:a="http://schemas.openxmlformats.org/drawingml/2006/main">
              <a:ext uri="{FF2B5EF4-FFF2-40B4-BE49-F238E27FC236}">
                <a16:creationId xmlns:a16="http://schemas.microsoft.com/office/drawing/2014/main" id="{3AF4915C-8442-4001-A884-CEF654686854}"/>
              </a:ext>
            </a:extLst>
          </p:cNvPr>
          <p:cNvSpPr>
            <a:spLocks xmlns:a="http://schemas.openxmlformats.org/drawingml/2006/main" noGrp="1"/>
          </p:cNvSpPr>
          <p:nvPr/>
        </p:nvSpPr>
        <p:spPr>
          <a:xfrm xmlns:a="http://schemas.openxmlformats.org/drawingml/2006/main">
            <a:off x="666750" y="18669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B5658"/>
                </a:solidFill>
                <a:latin typeface="Noto Sans KR"/>
                <a:ea typeface="Noto Sans KR"/>
                <a:cs typeface="Noto Sans KR"/>
              </a:defRPr>
            </a:pPr>
            <a:r>
              <a:rPr sz="1800" b="0">
                <a:solidFill>
                  <a:srgbClr val="4B5658"/>
                </a:solidFill>
                <a:latin typeface="Noto Sans KR"/>
                <a:ea typeface="Noto Sans KR"/>
                <a:cs typeface="Noto Sans KR"/>
              </a:rPr>
              <a:t>읽고 있는 책을 모으고, 좋아한 이유를 남겨 다음 책을 비교합니다.</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3fc08de75624baf"/>
          <a:stretch xmlns:a="http://schemas.openxmlformats.org/drawingml/2006/main"/>
        </p:blipFill>
        <p:spPr>
          <a:xfrm xmlns:a="http://schemas.openxmlformats.org/drawingml/2006/main">
            <a:off x="666750" y="3105745"/>
            <a:ext cx="10858500" cy="228480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C29B81D-2BBE-440D-ADAB-45BA16B7B6C6}"/>
              </a:ext>
            </a:extLst>
          </p:cNvPr>
          <p:cNvSpPr>
            <a:spLocks xmlns:a="http://schemas.openxmlformats.org/drawingml/2006/main" noGrp="1"/>
          </p:cNvSpPr>
          <p:nvPr/>
        </p:nvSpPr>
        <p:spPr>
          <a:xfrm xmlns:a="http://schemas.openxmlformats.org/drawingml/2006/main">
            <a:off x="666750" y="5934075"/>
            <a:ext cx="704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E7778"/>
                </a:solidFill>
                <a:latin typeface="Noto Sans KR"/>
                <a:ea typeface="Noto Sans KR"/>
                <a:cs typeface="Noto Sans KR"/>
              </a:defRPr>
            </a:pPr>
            <a:r>
              <a:rPr sz="1275" b="0">
                <a:solidFill>
                  <a:srgbClr val="6E7778"/>
                </a:solidFill>
                <a:latin typeface="Noto Sans KR"/>
                <a:ea typeface="Noto Sans KR"/>
                <a:cs typeface="Noto Sans KR"/>
              </a:rPr>
              <a:t>시연: folio-murex-pi.vercel.app · 첫 서가는 예시</a:t>
            </a:r>
          </a:p>
        </p:txBody>
      </p:sp>
    </p:spTree>
    <p:extLst>
      <p:ext uri="{BB962C8B-B14F-4D97-AF65-F5344CB8AC3E}">
        <p14:creationId xmlns:p14="http://schemas.microsoft.com/office/powerpoint/2010/main" val="67401870"/>
      </p:ext>
    </p:extLst>
  </p:cSld>
</p:sld>
</file>

<file path=ppt/slides/slide2.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ADCC47-AF1C-45EC-BE73-A5561F56CA06}"/>
              </a:ext>
            </a:extLst>
          </p:cNvPr>
          <p:cNvSpPr>
            <a:spLocks xmlns:a="http://schemas.openxmlformats.org/drawingml/2006/main" noGrp="1"/>
          </p:cNvSpPr>
          <p:nvPr/>
        </p:nvSpPr>
        <p:spPr>
          <a:xfrm xmlns:a="http://schemas.openxmlformats.org/drawingml/2006/main">
            <a:off x="666750" y="3619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3B5D6A"/>
                </a:solidFill>
                <a:latin typeface="Noto Sans KR"/>
                <a:ea typeface="Noto Sans KR"/>
                <a:cs typeface="Noto Sans KR"/>
              </a:defRPr>
            </a:pPr>
            <a:r>
              <a:rPr sz="1500" b="1">
                <a:solidFill>
                  <a:srgbClr val="3B5D6A"/>
                </a:solidFill>
                <a:latin typeface="Noto Sans KR"/>
                <a:ea typeface="Noto Sans KR"/>
                <a:cs typeface="Noto Sans KR"/>
              </a:rPr>
              <a:t>folio</a:t>
            </a:r>
          </a:p>
        </p:txBody>
      </p:sp>
      <p:sp>
        <p:nvSpPr>
          <p:cNvPr id="2" name="">
            <a:extLst xmlns:a="http://schemas.openxmlformats.org/drawingml/2006/main">
              <a:ext uri="{FF2B5EF4-FFF2-40B4-BE49-F238E27FC236}">
                <a16:creationId xmlns:a16="http://schemas.microsoft.com/office/drawing/2014/main" id="{2CC09DFE-C1F8-4F4B-AA60-8F0A13A2B989}"/>
              </a:ext>
            </a:extLst>
          </p:cNvPr>
          <p:cNvSpPr>
            <a:spLocks xmlns:a="http://schemas.openxmlformats.org/drawingml/2006/main" noGrp="1"/>
          </p:cNvSpPr>
          <p:nvPr/>
        </p:nvSpPr>
        <p:spPr>
          <a:xfrm xmlns:a="http://schemas.openxmlformats.org/drawingml/2006/main">
            <a:off x="666750" y="9810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263238"/>
                </a:solidFill>
                <a:latin typeface="Noto Sans KR"/>
                <a:ea typeface="Noto Sans KR"/>
                <a:cs typeface="Noto Sans KR"/>
              </a:defRPr>
            </a:pPr>
            <a:r>
              <a:rPr sz="2550" b="1">
                <a:solidFill>
                  <a:srgbClr val="263238"/>
                </a:solidFill>
                <a:latin typeface="Noto Sans KR"/>
                <a:ea typeface="Noto Sans KR"/>
                <a:cs typeface="Noto Sans KR"/>
              </a:rPr>
              <a:t>왜 만들었나</a:t>
            </a:r>
          </a:p>
        </p:txBody>
      </p:sp>
      <p:sp>
        <p:nvSpPr>
          <p:cNvPr id="3" name="">
            <a:extLst xmlns:a="http://schemas.openxmlformats.org/drawingml/2006/main">
              <a:ext uri="{FF2B5EF4-FFF2-40B4-BE49-F238E27FC236}">
                <a16:creationId xmlns:a16="http://schemas.microsoft.com/office/drawing/2014/main" id="{E6A5A2EB-9BFB-49FC-A905-747BD489D643}"/>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6E7778"/>
                </a:solidFill>
                <a:latin typeface="Noto Sans KR"/>
                <a:ea typeface="Noto Sans KR"/>
                <a:cs typeface="Noto Sans KR"/>
              </a:defRPr>
            </a:pPr>
            <a:r>
              <a:rPr sz="1125" b="0">
                <a:solidFill>
                  <a:srgbClr val="6E7778"/>
                </a:solidFill>
                <a:latin typeface="Noto Sans KR"/>
                <a:ea typeface="Noto Sans KR"/>
                <a:cs typeface="Noto Sans KR"/>
              </a:rPr>
              <a:t>2</a:t>
            </a:r>
          </a:p>
        </p:txBody>
      </p:sp>
      <p:sp>
        <p:nvSpPr>
          <p:cNvPr id="4" name="">
            <a:extLst xmlns:a="http://schemas.openxmlformats.org/drawingml/2006/main">
              <a:ext uri="{FF2B5EF4-FFF2-40B4-BE49-F238E27FC236}">
                <a16:creationId xmlns:a16="http://schemas.microsoft.com/office/drawing/2014/main" id="{FF144248-5710-4EFF-ADCE-7EE769BB0517}"/>
              </a:ext>
            </a:extLst>
          </p:cNvPr>
          <p:cNvSpPr>
            <a:spLocks xmlns:a="http://schemas.openxmlformats.org/drawingml/2006/main" noGrp="1"/>
          </p:cNvSpPr>
          <p:nvPr/>
        </p:nvSpPr>
        <p:spPr>
          <a:xfrm xmlns:a="http://schemas.openxmlformats.org/drawingml/2006/main">
            <a:off x="666750" y="1952625"/>
            <a:ext cx="1062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238"/>
                </a:solidFill>
                <a:latin typeface="Noto Sans KR"/>
                <a:ea typeface="Noto Sans KR"/>
                <a:cs typeface="Noto Sans KR"/>
              </a:defRPr>
            </a:pPr>
            <a:r>
              <a:rPr sz="2100" b="0">
                <a:solidFill>
                  <a:srgbClr val="263238"/>
                </a:solidFill>
                <a:latin typeface="Noto Sans KR"/>
                <a:ea typeface="Noto Sans KR"/>
                <a:cs typeface="Noto Sans KR"/>
              </a:rPr>
              <a:t>여러 책을 읽다 보면 책은 남아도 좋아했던 이유는 잊기 쉽습니다.</a:t>
            </a:r>
          </a:p>
        </p:txBody>
      </p:sp>
      <p:sp>
        <p:nvSpPr>
          <p:cNvPr id="5" name="">
            <a:extLst xmlns:a="http://schemas.openxmlformats.org/drawingml/2006/main">
              <a:ext uri="{FF2B5EF4-FFF2-40B4-BE49-F238E27FC236}">
                <a16:creationId xmlns:a16="http://schemas.microsoft.com/office/drawing/2014/main" id="{86C11C45-C81A-4ED3-BFC8-93AC757FD6E0}"/>
              </a:ext>
            </a:extLst>
          </p:cNvPr>
          <p:cNvSpPr>
            <a:spLocks xmlns:a="http://schemas.openxmlformats.org/drawingml/2006/main" noGrp="1"/>
          </p:cNvSpPr>
          <p:nvPr/>
        </p:nvSpPr>
        <p:spPr>
          <a:xfrm xmlns:a="http://schemas.openxmlformats.org/drawingml/2006/main">
            <a:off x="752475" y="30003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3B5D6A"/>
                </a:solidFill>
                <a:latin typeface="Noto Sans KR"/>
                <a:ea typeface="Noto Sans KR"/>
                <a:cs typeface="Noto Sans KR"/>
              </a:defRPr>
            </a:pPr>
            <a:r>
              <a:rPr sz="1575" b="1">
                <a:solidFill>
                  <a:srgbClr val="3B5D6A"/>
                </a:solidFill>
                <a:latin typeface="Noto Sans KR"/>
                <a:ea typeface="Noto Sans KR"/>
                <a:cs typeface="Noto Sans KR"/>
              </a:rPr>
              <a:t>책 제목</a:t>
            </a:r>
          </a:p>
        </p:txBody>
      </p:sp>
      <p:sp>
        <p:nvSpPr>
          <p:cNvPr id="6" name="">
            <a:extLst xmlns:a="http://schemas.openxmlformats.org/drawingml/2006/main">
              <a:ext uri="{FF2B5EF4-FFF2-40B4-BE49-F238E27FC236}">
                <a16:creationId xmlns:a16="http://schemas.microsoft.com/office/drawing/2014/main" id="{E8C22A6E-C620-4DF1-BCA0-CBBF7F6F7B8B}"/>
              </a:ext>
            </a:extLst>
          </p:cNvPr>
          <p:cNvSpPr>
            <a:spLocks xmlns:a="http://schemas.openxmlformats.org/drawingml/2006/main" noGrp="1"/>
          </p:cNvSpPr>
          <p:nvPr/>
        </p:nvSpPr>
        <p:spPr>
          <a:xfrm xmlns:a="http://schemas.openxmlformats.org/drawingml/2006/main">
            <a:off x="4286250" y="3000375"/>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3B5D6A"/>
                </a:solidFill>
                <a:latin typeface="Noto Sans KR"/>
                <a:ea typeface="Noto Sans KR"/>
                <a:cs typeface="Noto Sans KR"/>
              </a:defRPr>
            </a:pPr>
            <a:r>
              <a:rPr sz="1575" b="1">
                <a:solidFill>
                  <a:srgbClr val="3B5D6A"/>
                </a:solidFill>
                <a:latin typeface="Noto Sans KR"/>
                <a:ea typeface="Noto Sans KR"/>
                <a:cs typeface="Noto Sans KR"/>
              </a:rPr>
              <a:t>좋았던 이유</a:t>
            </a:r>
          </a:p>
        </p:txBody>
      </p:sp>
      <p:sp>
        <p:nvSpPr>
          <p:cNvPr id="7" name="">
            <a:extLst xmlns:a="http://schemas.openxmlformats.org/drawingml/2006/main">
              <a:ext uri="{FF2B5EF4-FFF2-40B4-BE49-F238E27FC236}">
                <a16:creationId xmlns:a16="http://schemas.microsoft.com/office/drawing/2014/main" id="{403C82C4-AAF6-4A73-8CFD-2E8278775CF2}"/>
              </a:ext>
            </a:extLst>
          </p:cNvPr>
          <p:cNvSpPr>
            <a:spLocks xmlns:a="http://schemas.openxmlformats.org/drawingml/2006/main" noGrp="1"/>
          </p:cNvSpPr>
          <p:nvPr/>
        </p:nvSpPr>
        <p:spPr>
          <a:xfrm xmlns:a="http://schemas.openxmlformats.org/drawingml/2006/main">
            <a:off x="7991475" y="3000375"/>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3B5D6A"/>
                </a:solidFill>
                <a:latin typeface="Noto Sans KR"/>
                <a:ea typeface="Noto Sans KR"/>
                <a:cs typeface="Noto Sans KR"/>
              </a:defRPr>
            </a:pPr>
            <a:r>
              <a:rPr sz="1575" b="1">
                <a:solidFill>
                  <a:srgbClr val="3B5D6A"/>
                </a:solidFill>
                <a:latin typeface="Noto Sans KR"/>
                <a:ea typeface="Noto Sans KR"/>
                <a:cs typeface="Noto Sans KR"/>
              </a:rPr>
              <a:t>다음 책의 단서</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fe186da88914c76"/>
          <a:stretch xmlns:a="http://schemas.openxmlformats.org/drawingml/2006/main"/>
        </p:blipFill>
        <p:spPr>
          <a:xfrm xmlns:a="http://schemas.openxmlformats.org/drawingml/2006/main">
            <a:off x="676275" y="3742017"/>
            <a:ext cx="10839450" cy="142184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C84DF1C-F538-4A9F-A4F5-FF0A20075CB3}"/>
              </a:ext>
            </a:extLst>
          </p:cNvPr>
          <p:cNvSpPr>
            <a:spLocks xmlns:a="http://schemas.openxmlformats.org/drawingml/2006/main" noGrp="1"/>
          </p:cNvSpPr>
          <p:nvPr/>
        </p:nvSpPr>
        <p:spPr>
          <a:xfrm xmlns:a="http://schemas.openxmlformats.org/drawingml/2006/main">
            <a:off x="666750" y="53816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B5658"/>
                </a:solidFill>
                <a:latin typeface="Noto Sans KR"/>
                <a:ea typeface="Noto Sans KR"/>
                <a:cs typeface="Noto Sans KR"/>
              </a:defRPr>
            </a:pPr>
            <a:r>
              <a:rPr sz="1575" b="0">
                <a:solidFill>
                  <a:srgbClr val="4B5658"/>
                </a:solidFill>
                <a:latin typeface="Noto Sans KR"/>
                <a:ea typeface="Noto Sans KR"/>
                <a:cs typeface="Noto Sans KR"/>
              </a:rPr>
              <a:t>시연용 입력: 「아몬드」에서 좋았던 점을 ‘인물과 관계’로 남겼습니다.</a:t>
            </a:r>
          </a:p>
        </p:txBody>
      </p:sp>
    </p:spTree>
    <p:extLst>
      <p:ext uri="{BB962C8B-B14F-4D97-AF65-F5344CB8AC3E}">
        <p14:creationId xmlns:p14="http://schemas.microsoft.com/office/powerpoint/2010/main" val="1168558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B9C80D4-7E30-49FA-AEED-52FEDCC3E7B9}"/>
              </a:ext>
            </a:extLst>
          </p:cNvPr>
          <p:cNvSpPr>
            <a:spLocks xmlns:a="http://schemas.openxmlformats.org/drawingml/2006/main" noGrp="1"/>
          </p:cNvSpPr>
          <p:nvPr/>
        </p:nvSpPr>
        <p:spPr>
          <a:xfrm xmlns:a="http://schemas.openxmlformats.org/drawingml/2006/main">
            <a:off x="666750" y="3619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3B5D6A"/>
                </a:solidFill>
                <a:latin typeface="Noto Sans KR"/>
                <a:ea typeface="Noto Sans KR"/>
                <a:cs typeface="Noto Sans KR"/>
              </a:defRPr>
            </a:pPr>
            <a:r>
              <a:rPr sz="1500" b="1">
                <a:solidFill>
                  <a:srgbClr val="3B5D6A"/>
                </a:solidFill>
                <a:latin typeface="Noto Sans KR"/>
                <a:ea typeface="Noto Sans KR"/>
                <a:cs typeface="Noto Sans KR"/>
              </a:rPr>
              <a:t>folio</a:t>
            </a:r>
          </a:p>
        </p:txBody>
      </p:sp>
      <p:sp>
        <p:nvSpPr>
          <p:cNvPr id="2" name="">
            <a:extLst xmlns:a="http://schemas.openxmlformats.org/drawingml/2006/main">
              <a:ext uri="{FF2B5EF4-FFF2-40B4-BE49-F238E27FC236}">
                <a16:creationId xmlns:a16="http://schemas.microsoft.com/office/drawing/2014/main" id="{BAB80031-8D18-47C9-89CC-C82E585E9373}"/>
              </a:ext>
            </a:extLst>
          </p:cNvPr>
          <p:cNvSpPr>
            <a:spLocks xmlns:a="http://schemas.openxmlformats.org/drawingml/2006/main" noGrp="1"/>
          </p:cNvSpPr>
          <p:nvPr/>
        </p:nvSpPr>
        <p:spPr>
          <a:xfrm xmlns:a="http://schemas.openxmlformats.org/drawingml/2006/main">
            <a:off x="666750" y="9810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263238"/>
                </a:solidFill>
                <a:latin typeface="Noto Sans KR"/>
                <a:ea typeface="Noto Sans KR"/>
                <a:cs typeface="Noto Sans KR"/>
              </a:defRPr>
            </a:pPr>
            <a:r>
              <a:rPr sz="2550" b="1">
                <a:solidFill>
                  <a:srgbClr val="263238"/>
                </a:solidFill>
                <a:latin typeface="Noto Sans KR"/>
                <a:ea typeface="Noto Sans KR"/>
                <a:cs typeface="Noto Sans KR"/>
              </a:rPr>
              <a:t>사용 흐름</a:t>
            </a:r>
          </a:p>
        </p:txBody>
      </p:sp>
      <p:sp>
        <p:nvSpPr>
          <p:cNvPr id="3" name="">
            <a:extLst xmlns:a="http://schemas.openxmlformats.org/drawingml/2006/main">
              <a:ext uri="{FF2B5EF4-FFF2-40B4-BE49-F238E27FC236}">
                <a16:creationId xmlns:a16="http://schemas.microsoft.com/office/drawing/2014/main" id="{28C0941B-9F3B-4550-B79A-FB2C811DC54A}"/>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6E7778"/>
                </a:solidFill>
                <a:latin typeface="Noto Sans KR"/>
                <a:ea typeface="Noto Sans KR"/>
                <a:cs typeface="Noto Sans KR"/>
              </a:defRPr>
            </a:pPr>
            <a:r>
              <a:rPr sz="1125" b="0">
                <a:solidFill>
                  <a:srgbClr val="6E7778"/>
                </a:solidFill>
                <a:latin typeface="Noto Sans KR"/>
                <a:ea typeface="Noto Sans KR"/>
                <a:cs typeface="Noto Sans KR"/>
              </a:rPr>
              <a:t>3</a:t>
            </a:r>
          </a:p>
        </p:txBody>
      </p:sp>
      <p:sp>
        <p:nvSpPr>
          <p:cNvPr id="4" name="">
            <a:extLst xmlns:a="http://schemas.openxmlformats.org/drawingml/2006/main">
              <a:ext uri="{FF2B5EF4-FFF2-40B4-BE49-F238E27FC236}">
                <a16:creationId xmlns:a16="http://schemas.microsoft.com/office/drawing/2014/main" id="{ECE7008E-1F21-43FE-A4D0-F524675C6AD4}"/>
              </a:ext>
            </a:extLst>
          </p:cNvPr>
          <p:cNvSpPr>
            <a:spLocks xmlns:a="http://schemas.openxmlformats.org/drawingml/2006/main" noGrp="1"/>
          </p:cNvSpPr>
          <p:nvPr/>
        </p:nvSpPr>
        <p:spPr>
          <a:xfrm xmlns:a="http://schemas.openxmlformats.org/drawingml/2006/main">
            <a:off x="695325" y="2047875"/>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3B5D6A"/>
                </a:solidFill>
                <a:latin typeface="Noto Sans KR"/>
                <a:ea typeface="Noto Sans KR"/>
                <a:cs typeface="Noto Sans KR"/>
              </a:defRPr>
            </a:pPr>
            <a:r>
              <a:rPr sz="1500" b="1">
                <a:solidFill>
                  <a:srgbClr val="3B5D6A"/>
                </a:solidFill>
                <a:latin typeface="Noto Sans KR"/>
                <a:ea typeface="Noto Sans KR"/>
                <a:cs typeface="Noto Sans KR"/>
              </a:rPr>
              <a:t>1</a:t>
            </a:r>
          </a:p>
        </p:txBody>
      </p:sp>
      <p:sp>
        <p:nvSpPr>
          <p:cNvPr id="5" name="">
            <a:extLst xmlns:a="http://schemas.openxmlformats.org/drawingml/2006/main">
              <a:ext uri="{FF2B5EF4-FFF2-40B4-BE49-F238E27FC236}">
                <a16:creationId xmlns:a16="http://schemas.microsoft.com/office/drawing/2014/main" id="{3A99F63A-62D1-41FF-823E-D5D5FB65EEEA}"/>
              </a:ext>
            </a:extLst>
          </p:cNvPr>
          <p:cNvSpPr>
            <a:spLocks xmlns:a="http://schemas.openxmlformats.org/drawingml/2006/main" noGrp="1"/>
          </p:cNvSpPr>
          <p:nvPr/>
        </p:nvSpPr>
        <p:spPr>
          <a:xfrm xmlns:a="http://schemas.openxmlformats.org/drawingml/2006/main">
            <a:off x="695325" y="2600325"/>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263238"/>
                </a:solidFill>
                <a:latin typeface="Noto Sans KR"/>
                <a:ea typeface="Noto Sans KR"/>
                <a:cs typeface="Noto Sans KR"/>
              </a:defRPr>
            </a:pPr>
            <a:r>
              <a:rPr sz="1875" b="1">
                <a:solidFill>
                  <a:srgbClr val="263238"/>
                </a:solidFill>
                <a:latin typeface="Noto Sans KR"/>
                <a:ea typeface="Noto Sans KR"/>
                <a:cs typeface="Noto Sans KR"/>
              </a:rPr>
              <a:t>책 담기</a:t>
            </a:r>
          </a:p>
        </p:txBody>
      </p:sp>
      <p:sp>
        <p:nvSpPr>
          <p:cNvPr id="6" name="">
            <a:extLst xmlns:a="http://schemas.openxmlformats.org/drawingml/2006/main">
              <a:ext uri="{FF2B5EF4-FFF2-40B4-BE49-F238E27FC236}">
                <a16:creationId xmlns:a16="http://schemas.microsoft.com/office/drawing/2014/main" id="{5A6AC36F-64C1-491E-8E11-0C37382A47F0}"/>
              </a:ext>
            </a:extLst>
          </p:cNvPr>
          <p:cNvSpPr>
            <a:spLocks xmlns:a="http://schemas.openxmlformats.org/drawingml/2006/main" noGrp="1"/>
          </p:cNvSpPr>
          <p:nvPr/>
        </p:nvSpPr>
        <p:spPr>
          <a:xfrm xmlns:a="http://schemas.openxmlformats.org/drawingml/2006/main">
            <a:off x="695325" y="3171825"/>
            <a:ext cx="2400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B5658"/>
                </a:solidFill>
                <a:latin typeface="Noto Sans KR"/>
                <a:ea typeface="Noto Sans KR"/>
                <a:cs typeface="Noto Sans KR"/>
              </a:defRPr>
            </a:pPr>
            <a:r>
              <a:rPr sz="1500" b="0">
                <a:solidFill>
                  <a:srgbClr val="4B5658"/>
                </a:solidFill>
                <a:latin typeface="Noto Sans KR"/>
                <a:ea typeface="Noto Sans KR"/>
                <a:cs typeface="Noto Sans KR"/>
              </a:rPr>
              <a:t>읽기 상태</a:t>
            </a:r>
          </a:p>
        </p:txBody>
      </p:sp>
      <p:sp>
        <p:nvSpPr>
          <p:cNvPr id="7" name="">
            <a:extLst xmlns:a="http://schemas.openxmlformats.org/drawingml/2006/main">
              <a:ext uri="{FF2B5EF4-FFF2-40B4-BE49-F238E27FC236}">
                <a16:creationId xmlns:a16="http://schemas.microsoft.com/office/drawing/2014/main" id="{2D69FFC1-D258-47A4-8002-DECD64850D69}"/>
              </a:ext>
            </a:extLst>
          </p:cNvPr>
          <p:cNvSpPr>
            <a:spLocks xmlns:a="http://schemas.openxmlformats.org/drawingml/2006/main" noGrp="1"/>
          </p:cNvSpPr>
          <p:nvPr/>
        </p:nvSpPr>
        <p:spPr>
          <a:xfrm xmlns:a="http://schemas.openxmlformats.org/drawingml/2006/main">
            <a:off x="790575" y="3800475"/>
            <a:ext cx="2676525" cy="19050"/>
          </a:xfrm>
          <a:prstGeom xmlns:a="http://schemas.openxmlformats.org/drawingml/2006/main" prst="rect">
            <a:avLst/>
          </a:prstGeom>
          <a:solidFill xmlns:a="http://schemas.openxmlformats.org/drawingml/2006/main">
            <a:srgbClr val="DDE2D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35F11D0-5075-49CC-9267-A52A74519B88}"/>
              </a:ext>
            </a:extLst>
          </p:cNvPr>
          <p:cNvSpPr>
            <a:spLocks xmlns:a="http://schemas.openxmlformats.org/drawingml/2006/main" noGrp="1"/>
          </p:cNvSpPr>
          <p:nvPr/>
        </p:nvSpPr>
        <p:spPr>
          <a:xfrm xmlns:a="http://schemas.openxmlformats.org/drawingml/2006/main">
            <a:off x="3467100" y="2047875"/>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3B5D6A"/>
                </a:solidFill>
                <a:latin typeface="Noto Sans KR"/>
                <a:ea typeface="Noto Sans KR"/>
                <a:cs typeface="Noto Sans KR"/>
              </a:defRPr>
            </a:pPr>
            <a:r>
              <a:rPr sz="1500" b="1">
                <a:solidFill>
                  <a:srgbClr val="3B5D6A"/>
                </a:solidFill>
                <a:latin typeface="Noto Sans KR"/>
                <a:ea typeface="Noto Sans KR"/>
                <a:cs typeface="Noto Sans KR"/>
              </a:rPr>
              <a:t>2</a:t>
            </a:r>
          </a:p>
        </p:txBody>
      </p:sp>
      <p:sp>
        <p:nvSpPr>
          <p:cNvPr id="9" name="">
            <a:extLst xmlns:a="http://schemas.openxmlformats.org/drawingml/2006/main">
              <a:ext uri="{FF2B5EF4-FFF2-40B4-BE49-F238E27FC236}">
                <a16:creationId xmlns:a16="http://schemas.microsoft.com/office/drawing/2014/main" id="{7F9445C5-DE7C-4812-B458-06071383249E}"/>
              </a:ext>
            </a:extLst>
          </p:cNvPr>
          <p:cNvSpPr>
            <a:spLocks xmlns:a="http://schemas.openxmlformats.org/drawingml/2006/main" noGrp="1"/>
          </p:cNvSpPr>
          <p:nvPr/>
        </p:nvSpPr>
        <p:spPr>
          <a:xfrm xmlns:a="http://schemas.openxmlformats.org/drawingml/2006/main">
            <a:off x="3467100" y="2600325"/>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263238"/>
                </a:solidFill>
                <a:latin typeface="Noto Sans KR"/>
                <a:ea typeface="Noto Sans KR"/>
                <a:cs typeface="Noto Sans KR"/>
              </a:defRPr>
            </a:pPr>
            <a:r>
              <a:rPr sz="1875" b="1">
                <a:solidFill>
                  <a:srgbClr val="263238"/>
                </a:solidFill>
                <a:latin typeface="Noto Sans KR"/>
                <a:ea typeface="Noto Sans KR"/>
                <a:cs typeface="Noto Sans KR"/>
              </a:rPr>
              <a:t>이유 기록</a:t>
            </a:r>
          </a:p>
        </p:txBody>
      </p:sp>
      <p:sp>
        <p:nvSpPr>
          <p:cNvPr id="10" name="">
            <a:extLst xmlns:a="http://schemas.openxmlformats.org/drawingml/2006/main">
              <a:ext uri="{FF2B5EF4-FFF2-40B4-BE49-F238E27FC236}">
                <a16:creationId xmlns:a16="http://schemas.microsoft.com/office/drawing/2014/main" id="{D86BD032-FF78-4202-811F-FAA7413F819B}"/>
              </a:ext>
            </a:extLst>
          </p:cNvPr>
          <p:cNvSpPr>
            <a:spLocks xmlns:a="http://schemas.openxmlformats.org/drawingml/2006/main" noGrp="1"/>
          </p:cNvSpPr>
          <p:nvPr/>
        </p:nvSpPr>
        <p:spPr>
          <a:xfrm xmlns:a="http://schemas.openxmlformats.org/drawingml/2006/main">
            <a:off x="3467100" y="3171825"/>
            <a:ext cx="2400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B5658"/>
                </a:solidFill>
                <a:latin typeface="Noto Sans KR"/>
                <a:ea typeface="Noto Sans KR"/>
                <a:cs typeface="Noto Sans KR"/>
              </a:defRPr>
            </a:pPr>
            <a:r>
              <a:rPr sz="1500" b="0">
                <a:solidFill>
                  <a:srgbClr val="4B5658"/>
                </a:solidFill>
                <a:latin typeface="Noto Sans KR"/>
                <a:ea typeface="Noto Sans KR"/>
                <a:cs typeface="Noto Sans KR"/>
              </a:rPr>
              <a:t>좋아한 지점</a:t>
            </a:r>
          </a:p>
        </p:txBody>
      </p:sp>
      <p:sp>
        <p:nvSpPr>
          <p:cNvPr id="11" name="">
            <a:extLst xmlns:a="http://schemas.openxmlformats.org/drawingml/2006/main">
              <a:ext uri="{FF2B5EF4-FFF2-40B4-BE49-F238E27FC236}">
                <a16:creationId xmlns:a16="http://schemas.microsoft.com/office/drawing/2014/main" id="{CC59C8E7-CD98-4377-932D-B84B319E4689}"/>
              </a:ext>
            </a:extLst>
          </p:cNvPr>
          <p:cNvSpPr>
            <a:spLocks xmlns:a="http://schemas.openxmlformats.org/drawingml/2006/main" noGrp="1"/>
          </p:cNvSpPr>
          <p:nvPr/>
        </p:nvSpPr>
        <p:spPr>
          <a:xfrm xmlns:a="http://schemas.openxmlformats.org/drawingml/2006/main">
            <a:off x="3562350" y="3800475"/>
            <a:ext cx="2676525" cy="19050"/>
          </a:xfrm>
          <a:prstGeom xmlns:a="http://schemas.openxmlformats.org/drawingml/2006/main" prst="rect">
            <a:avLst/>
          </a:prstGeom>
          <a:solidFill xmlns:a="http://schemas.openxmlformats.org/drawingml/2006/main">
            <a:srgbClr val="DDE2D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8F72B86-2CF6-48C9-8B60-E0A27C2452F2}"/>
              </a:ext>
            </a:extLst>
          </p:cNvPr>
          <p:cNvSpPr>
            <a:spLocks xmlns:a="http://schemas.openxmlformats.org/drawingml/2006/main" noGrp="1"/>
          </p:cNvSpPr>
          <p:nvPr/>
        </p:nvSpPr>
        <p:spPr>
          <a:xfrm xmlns:a="http://schemas.openxmlformats.org/drawingml/2006/main">
            <a:off x="6238875" y="2047875"/>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3B5D6A"/>
                </a:solidFill>
                <a:latin typeface="Noto Sans KR"/>
                <a:ea typeface="Noto Sans KR"/>
                <a:cs typeface="Noto Sans KR"/>
              </a:defRPr>
            </a:pPr>
            <a:r>
              <a:rPr sz="1500" b="1">
                <a:solidFill>
                  <a:srgbClr val="3B5D6A"/>
                </a:solidFill>
                <a:latin typeface="Noto Sans KR"/>
                <a:ea typeface="Noto Sans KR"/>
                <a:cs typeface="Noto Sans KR"/>
              </a:rPr>
              <a:t>3</a:t>
            </a:r>
          </a:p>
        </p:txBody>
      </p:sp>
      <p:sp>
        <p:nvSpPr>
          <p:cNvPr id="13" name="">
            <a:extLst xmlns:a="http://schemas.openxmlformats.org/drawingml/2006/main">
              <a:ext uri="{FF2B5EF4-FFF2-40B4-BE49-F238E27FC236}">
                <a16:creationId xmlns:a16="http://schemas.microsoft.com/office/drawing/2014/main" id="{6BFCFFDA-46D5-4713-9ECB-311EA865F260}"/>
              </a:ext>
            </a:extLst>
          </p:cNvPr>
          <p:cNvSpPr>
            <a:spLocks xmlns:a="http://schemas.openxmlformats.org/drawingml/2006/main" noGrp="1"/>
          </p:cNvSpPr>
          <p:nvPr/>
        </p:nvSpPr>
        <p:spPr>
          <a:xfrm xmlns:a="http://schemas.openxmlformats.org/drawingml/2006/main">
            <a:off x="6238875" y="2600325"/>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263238"/>
                </a:solidFill>
                <a:latin typeface="Noto Sans KR"/>
                <a:ea typeface="Noto Sans KR"/>
                <a:cs typeface="Noto Sans KR"/>
              </a:defRPr>
            </a:pPr>
            <a:r>
              <a:rPr sz="1875" b="1">
                <a:solidFill>
                  <a:srgbClr val="263238"/>
                </a:solidFill>
                <a:latin typeface="Noto Sans KR"/>
                <a:ea typeface="Noto Sans KR"/>
                <a:cs typeface="Noto Sans KR"/>
              </a:rPr>
              <a:t>후보 비교</a:t>
            </a:r>
          </a:p>
        </p:txBody>
      </p:sp>
      <p:sp>
        <p:nvSpPr>
          <p:cNvPr id="14" name="">
            <a:extLst xmlns:a="http://schemas.openxmlformats.org/drawingml/2006/main">
              <a:ext uri="{FF2B5EF4-FFF2-40B4-BE49-F238E27FC236}">
                <a16:creationId xmlns:a16="http://schemas.microsoft.com/office/drawing/2014/main" id="{D5C8AE8A-F5B3-4C7E-B5B7-2227B22D48CD}"/>
              </a:ext>
            </a:extLst>
          </p:cNvPr>
          <p:cNvSpPr>
            <a:spLocks xmlns:a="http://schemas.openxmlformats.org/drawingml/2006/main" noGrp="1"/>
          </p:cNvSpPr>
          <p:nvPr/>
        </p:nvSpPr>
        <p:spPr>
          <a:xfrm xmlns:a="http://schemas.openxmlformats.org/drawingml/2006/main">
            <a:off x="6238875" y="3171825"/>
            <a:ext cx="2400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B5658"/>
                </a:solidFill>
                <a:latin typeface="Noto Sans KR"/>
                <a:ea typeface="Noto Sans KR"/>
                <a:cs typeface="Noto Sans KR"/>
              </a:defRPr>
            </a:pPr>
            <a:r>
              <a:rPr sz="1500" b="0">
                <a:solidFill>
                  <a:srgbClr val="4B5658"/>
                </a:solidFill>
                <a:latin typeface="Noto Sans KR"/>
                <a:ea typeface="Noto Sans KR"/>
                <a:cs typeface="Noto Sans KR"/>
              </a:rPr>
              <a:t>지금의 목적</a:t>
            </a:r>
          </a:p>
        </p:txBody>
      </p:sp>
      <p:sp>
        <p:nvSpPr>
          <p:cNvPr id="15" name="">
            <a:extLst xmlns:a="http://schemas.openxmlformats.org/drawingml/2006/main">
              <a:ext uri="{FF2B5EF4-FFF2-40B4-BE49-F238E27FC236}">
                <a16:creationId xmlns:a16="http://schemas.microsoft.com/office/drawing/2014/main" id="{09F0697F-56C1-4A7C-B614-7026A801636A}"/>
              </a:ext>
            </a:extLst>
          </p:cNvPr>
          <p:cNvSpPr>
            <a:spLocks xmlns:a="http://schemas.openxmlformats.org/drawingml/2006/main" noGrp="1"/>
          </p:cNvSpPr>
          <p:nvPr/>
        </p:nvSpPr>
        <p:spPr>
          <a:xfrm xmlns:a="http://schemas.openxmlformats.org/drawingml/2006/main">
            <a:off x="6334125" y="3800475"/>
            <a:ext cx="2676525" cy="19050"/>
          </a:xfrm>
          <a:prstGeom xmlns:a="http://schemas.openxmlformats.org/drawingml/2006/main" prst="rect">
            <a:avLst/>
          </a:prstGeom>
          <a:solidFill xmlns:a="http://schemas.openxmlformats.org/drawingml/2006/main">
            <a:srgbClr val="DDE2D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51383BD-A9BB-421C-8C3E-D8CB8B8FB5AD}"/>
              </a:ext>
            </a:extLst>
          </p:cNvPr>
          <p:cNvSpPr>
            <a:spLocks xmlns:a="http://schemas.openxmlformats.org/drawingml/2006/main" noGrp="1"/>
          </p:cNvSpPr>
          <p:nvPr/>
        </p:nvSpPr>
        <p:spPr>
          <a:xfrm xmlns:a="http://schemas.openxmlformats.org/drawingml/2006/main">
            <a:off x="9010650" y="2047875"/>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3B5D6A"/>
                </a:solidFill>
                <a:latin typeface="Noto Sans KR"/>
                <a:ea typeface="Noto Sans KR"/>
                <a:cs typeface="Noto Sans KR"/>
              </a:defRPr>
            </a:pPr>
            <a:r>
              <a:rPr sz="1500" b="1">
                <a:solidFill>
                  <a:srgbClr val="3B5D6A"/>
                </a:solidFill>
                <a:latin typeface="Noto Sans KR"/>
                <a:ea typeface="Noto Sans KR"/>
                <a:cs typeface="Noto Sans KR"/>
              </a:rPr>
              <a:t>4</a:t>
            </a:r>
          </a:p>
        </p:txBody>
      </p:sp>
      <p:sp>
        <p:nvSpPr>
          <p:cNvPr id="17" name="">
            <a:extLst xmlns:a="http://schemas.openxmlformats.org/drawingml/2006/main">
              <a:ext uri="{FF2B5EF4-FFF2-40B4-BE49-F238E27FC236}">
                <a16:creationId xmlns:a16="http://schemas.microsoft.com/office/drawing/2014/main" id="{0F122665-3045-43D9-B641-802819DFC2FC}"/>
              </a:ext>
            </a:extLst>
          </p:cNvPr>
          <p:cNvSpPr>
            <a:spLocks xmlns:a="http://schemas.openxmlformats.org/drawingml/2006/main" noGrp="1"/>
          </p:cNvSpPr>
          <p:nvPr/>
        </p:nvSpPr>
        <p:spPr>
          <a:xfrm xmlns:a="http://schemas.openxmlformats.org/drawingml/2006/main">
            <a:off x="9010650" y="2600325"/>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263238"/>
                </a:solidFill>
                <a:latin typeface="Noto Sans KR"/>
                <a:ea typeface="Noto Sans KR"/>
                <a:cs typeface="Noto Sans KR"/>
              </a:defRPr>
            </a:pPr>
            <a:r>
              <a:rPr sz="1875" b="1">
                <a:solidFill>
                  <a:srgbClr val="263238"/>
                </a:solidFill>
                <a:latin typeface="Noto Sans KR"/>
                <a:ea typeface="Noto Sans KR"/>
                <a:cs typeface="Noto Sans KR"/>
              </a:rPr>
              <a:t>다시 책장에</a:t>
            </a:r>
          </a:p>
        </p:txBody>
      </p:sp>
      <p:sp>
        <p:nvSpPr>
          <p:cNvPr id="18" name="">
            <a:extLst xmlns:a="http://schemas.openxmlformats.org/drawingml/2006/main">
              <a:ext uri="{FF2B5EF4-FFF2-40B4-BE49-F238E27FC236}">
                <a16:creationId xmlns:a16="http://schemas.microsoft.com/office/drawing/2014/main" id="{41AE9932-1BB6-4795-98B3-4044BCF10BB5}"/>
              </a:ext>
            </a:extLst>
          </p:cNvPr>
          <p:cNvSpPr>
            <a:spLocks xmlns:a="http://schemas.openxmlformats.org/drawingml/2006/main" noGrp="1"/>
          </p:cNvSpPr>
          <p:nvPr/>
        </p:nvSpPr>
        <p:spPr>
          <a:xfrm xmlns:a="http://schemas.openxmlformats.org/drawingml/2006/main">
            <a:off x="9010650" y="3171825"/>
            <a:ext cx="2400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B5658"/>
                </a:solidFill>
                <a:latin typeface="Noto Sans KR"/>
                <a:ea typeface="Noto Sans KR"/>
                <a:cs typeface="Noto Sans KR"/>
              </a:defRPr>
            </a:pPr>
            <a:r>
              <a:rPr sz="1500" b="0">
                <a:solidFill>
                  <a:srgbClr val="4B5658"/>
                </a:solidFill>
                <a:latin typeface="Noto Sans KR"/>
                <a:ea typeface="Noto Sans KR"/>
                <a:cs typeface="Noto Sans KR"/>
              </a:rPr>
              <a:t>선택의 기록</a:t>
            </a:r>
          </a:p>
        </p:txBody>
      </p:sp>
      <p:sp>
        <p:nvSpPr>
          <p:cNvPr id="19" name="">
            <a:extLst xmlns:a="http://schemas.openxmlformats.org/drawingml/2006/main">
              <a:ext uri="{FF2B5EF4-FFF2-40B4-BE49-F238E27FC236}">
                <a16:creationId xmlns:a16="http://schemas.microsoft.com/office/drawing/2014/main" id="{DF4AC9AF-A3D1-484A-88EB-A20DAC9E4EF8}"/>
              </a:ext>
            </a:extLst>
          </p:cNvPr>
          <p:cNvSpPr>
            <a:spLocks xmlns:a="http://schemas.openxmlformats.org/drawingml/2006/main" noGrp="1"/>
          </p:cNvSpPr>
          <p:nvPr/>
        </p:nvSpPr>
        <p:spPr>
          <a:xfrm xmlns:a="http://schemas.openxmlformats.org/drawingml/2006/main">
            <a:off x="685800" y="4533900"/>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3B5D6A"/>
                </a:solidFill>
                <a:latin typeface="Noto Sans KR"/>
                <a:ea typeface="Noto Sans KR"/>
                <a:cs typeface="Noto Sans KR"/>
              </a:defRPr>
            </a:pPr>
            <a:r>
              <a:rPr sz="1575" b="1">
                <a:solidFill>
                  <a:srgbClr val="3B5D6A"/>
                </a:solidFill>
                <a:latin typeface="Noto Sans KR"/>
                <a:ea typeface="Noto Sans KR"/>
                <a:cs typeface="Noto Sans KR"/>
              </a:rPr>
              <a:t>다음 책을 찾을 때 실제로 고르는 항목</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2bc6e0c8b0341e4"/>
          <a:stretch xmlns:a="http://schemas.openxmlformats.org/drawingml/2006/main"/>
        </p:blipFill>
        <p:spPr>
          <a:xfrm xmlns:a="http://schemas.openxmlformats.org/drawingml/2006/main">
            <a:off x="685800" y="5141619"/>
            <a:ext cx="10782300" cy="565738"/>
          </a:xfrm>
          <a:prstGeom xmlns:a="http://schemas.openxmlformats.org/drawingml/2006/main" prst="rect">
            <a:avLst/>
          </a:prstGeom>
        </p:spPr>
      </p:pic>
    </p:spTree>
    <p:extLst>
      <p:ext uri="{BB962C8B-B14F-4D97-AF65-F5344CB8AC3E}">
        <p14:creationId xmlns:p14="http://schemas.microsoft.com/office/powerpoint/2010/main" val="1624215491"/>
      </p:ext>
    </p:extLst>
  </p:cSld>
</p:sld>
</file>

<file path=ppt/slides/slide4.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1812428-4F9D-42E1-9E5C-6D121E3A015E}"/>
              </a:ext>
            </a:extLst>
          </p:cNvPr>
          <p:cNvSpPr>
            <a:spLocks xmlns:a="http://schemas.openxmlformats.org/drawingml/2006/main" noGrp="1"/>
          </p:cNvSpPr>
          <p:nvPr/>
        </p:nvSpPr>
        <p:spPr>
          <a:xfrm xmlns:a="http://schemas.openxmlformats.org/drawingml/2006/main">
            <a:off x="666750" y="3619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3B5D6A"/>
                </a:solidFill>
                <a:latin typeface="Noto Sans KR"/>
                <a:ea typeface="Noto Sans KR"/>
                <a:cs typeface="Noto Sans KR"/>
              </a:defRPr>
            </a:pPr>
            <a:r>
              <a:rPr sz="1500" b="1">
                <a:solidFill>
                  <a:srgbClr val="3B5D6A"/>
                </a:solidFill>
                <a:latin typeface="Noto Sans KR"/>
                <a:ea typeface="Noto Sans KR"/>
                <a:cs typeface="Noto Sans KR"/>
              </a:rPr>
              <a:t>folio</a:t>
            </a:r>
          </a:p>
        </p:txBody>
      </p:sp>
      <p:sp>
        <p:nvSpPr>
          <p:cNvPr id="2" name="">
            <a:extLst xmlns:a="http://schemas.openxmlformats.org/drawingml/2006/main">
              <a:ext uri="{FF2B5EF4-FFF2-40B4-BE49-F238E27FC236}">
                <a16:creationId xmlns:a16="http://schemas.microsoft.com/office/drawing/2014/main" id="{360A5281-BB96-41C7-920D-962EB2AE5019}"/>
              </a:ext>
            </a:extLst>
          </p:cNvPr>
          <p:cNvSpPr>
            <a:spLocks xmlns:a="http://schemas.openxmlformats.org/drawingml/2006/main" noGrp="1"/>
          </p:cNvSpPr>
          <p:nvPr/>
        </p:nvSpPr>
        <p:spPr>
          <a:xfrm xmlns:a="http://schemas.openxmlformats.org/drawingml/2006/main">
            <a:off x="666750" y="9810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263238"/>
                </a:solidFill>
                <a:latin typeface="Noto Sans KR"/>
                <a:ea typeface="Noto Sans KR"/>
                <a:cs typeface="Noto Sans KR"/>
              </a:defRPr>
            </a:pPr>
            <a:r>
              <a:rPr sz="2550" b="1">
                <a:solidFill>
                  <a:srgbClr val="263238"/>
                </a:solidFill>
                <a:latin typeface="Noto Sans KR"/>
                <a:ea typeface="Noto Sans KR"/>
                <a:cs typeface="Noto Sans KR"/>
              </a:rPr>
              <a:t>folio에서 할 수 있는 것</a:t>
            </a:r>
          </a:p>
        </p:txBody>
      </p:sp>
      <p:sp>
        <p:nvSpPr>
          <p:cNvPr id="3" name="">
            <a:extLst xmlns:a="http://schemas.openxmlformats.org/drawingml/2006/main">
              <a:ext uri="{FF2B5EF4-FFF2-40B4-BE49-F238E27FC236}">
                <a16:creationId xmlns:a16="http://schemas.microsoft.com/office/drawing/2014/main" id="{0A7147EC-92AB-4168-83F4-4B3B554D2729}"/>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6E7778"/>
                </a:solidFill>
                <a:latin typeface="Noto Sans KR"/>
                <a:ea typeface="Noto Sans KR"/>
                <a:cs typeface="Noto Sans KR"/>
              </a:defRPr>
            </a:pPr>
            <a:r>
              <a:rPr sz="1125" b="0">
                <a:solidFill>
                  <a:srgbClr val="6E7778"/>
                </a:solidFill>
                <a:latin typeface="Noto Sans KR"/>
                <a:ea typeface="Noto Sans KR"/>
                <a:cs typeface="Noto Sans KR"/>
              </a:rPr>
              <a:t>4</a:t>
            </a:r>
          </a:p>
        </p:txBody>
      </p:sp>
      <p:sp>
        <p:nvSpPr>
          <p:cNvPr id="4" name="">
            <a:extLst xmlns:a="http://schemas.openxmlformats.org/drawingml/2006/main">
              <a:ext uri="{FF2B5EF4-FFF2-40B4-BE49-F238E27FC236}">
                <a16:creationId xmlns:a16="http://schemas.microsoft.com/office/drawing/2014/main" id="{F2FF51BC-7755-4CE7-8145-EA8B4BA2C69C}"/>
              </a:ext>
            </a:extLst>
          </p:cNvPr>
          <p:cNvSpPr>
            <a:spLocks xmlns:a="http://schemas.openxmlformats.org/drawingml/2006/main" noGrp="1"/>
          </p:cNvSpPr>
          <p:nvPr/>
        </p:nvSpPr>
        <p:spPr>
          <a:xfrm xmlns:a="http://schemas.openxmlformats.org/drawingml/2006/main">
            <a:off x="723900" y="1771650"/>
            <a:ext cx="2076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3B5D6A"/>
                </a:solidFill>
                <a:latin typeface="Noto Sans KR"/>
                <a:ea typeface="Noto Sans KR"/>
                <a:cs typeface="Noto Sans KR"/>
              </a:defRPr>
            </a:pPr>
            <a:r>
              <a:rPr sz="1725" b="1">
                <a:solidFill>
                  <a:srgbClr val="3B5D6A"/>
                </a:solidFill>
                <a:latin typeface="Noto Sans KR"/>
                <a:ea typeface="Noto Sans KR"/>
                <a:cs typeface="Noto Sans KR"/>
              </a:rPr>
              <a:t>책 찾기</a:t>
            </a:r>
          </a:p>
        </p:txBody>
      </p:sp>
      <p:sp>
        <p:nvSpPr>
          <p:cNvPr id="5" name="">
            <a:extLst xmlns:a="http://schemas.openxmlformats.org/drawingml/2006/main">
              <a:ext uri="{FF2B5EF4-FFF2-40B4-BE49-F238E27FC236}">
                <a16:creationId xmlns:a16="http://schemas.microsoft.com/office/drawing/2014/main" id="{28D84DA0-8583-4FD6-AD1B-1F57BCEF61A9}"/>
              </a:ext>
            </a:extLst>
          </p:cNvPr>
          <p:cNvSpPr>
            <a:spLocks xmlns:a="http://schemas.openxmlformats.org/drawingml/2006/main" noGrp="1"/>
          </p:cNvSpPr>
          <p:nvPr/>
        </p:nvSpPr>
        <p:spPr>
          <a:xfrm xmlns:a="http://schemas.openxmlformats.org/drawingml/2006/main">
            <a:off x="723900" y="2143125"/>
            <a:ext cx="5076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B5658"/>
                </a:solidFill>
                <a:latin typeface="Noto Sans KR"/>
                <a:ea typeface="Noto Sans KR"/>
                <a:cs typeface="Noto Sans KR"/>
              </a:defRPr>
            </a:pPr>
            <a:r>
              <a:rPr sz="1425" b="0">
                <a:solidFill>
                  <a:srgbClr val="4B5658"/>
                </a:solidFill>
                <a:latin typeface="Noto Sans KR"/>
                <a:ea typeface="Noto Sans KR"/>
                <a:cs typeface="Noto Sans KR"/>
              </a:rPr>
              <a:t>여러 도서 자료를 검색하고 조건으로 좁히기</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54e4cfc0e184597"/>
          <a:stretch xmlns:a="http://schemas.openxmlformats.org/drawingml/2006/main"/>
        </p:blipFill>
        <p:spPr>
          <a:xfrm xmlns:a="http://schemas.openxmlformats.org/drawingml/2006/main">
            <a:off x="723900" y="2786165"/>
            <a:ext cx="4933950" cy="266494"/>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71c6ff6a34e4288"/>
          <a:stretch xmlns:a="http://schemas.openxmlformats.org/drawingml/2006/main"/>
        </p:blipFill>
        <p:spPr>
          <a:xfrm xmlns:a="http://schemas.openxmlformats.org/drawingml/2006/main">
            <a:off x="955097" y="3248025"/>
            <a:ext cx="528207" cy="111442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eb226741c8f4c41"/>
          <a:stretch xmlns:a="http://schemas.openxmlformats.org/drawingml/2006/main"/>
        </p:blipFill>
        <p:spPr>
          <a:xfrm xmlns:a="http://schemas.openxmlformats.org/drawingml/2006/main">
            <a:off x="1917122" y="3248025"/>
            <a:ext cx="528207" cy="11144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EA0D15D-0229-4FBB-9220-E1B04558D53D}"/>
              </a:ext>
            </a:extLst>
          </p:cNvPr>
          <p:cNvSpPr>
            <a:spLocks xmlns:a="http://schemas.openxmlformats.org/drawingml/2006/main" noGrp="1"/>
          </p:cNvSpPr>
          <p:nvPr/>
        </p:nvSpPr>
        <p:spPr>
          <a:xfrm xmlns:a="http://schemas.openxmlformats.org/drawingml/2006/main">
            <a:off x="2800350" y="3495675"/>
            <a:ext cx="295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263238"/>
                </a:solidFill>
                <a:latin typeface="Noto Sans KR"/>
                <a:ea typeface="Noto Sans KR"/>
                <a:cs typeface="Noto Sans KR"/>
              </a:defRPr>
            </a:pPr>
            <a:r>
              <a:rPr sz="1425" b="0">
                <a:solidFill>
                  <a:srgbClr val="263238"/>
                </a:solidFill>
                <a:latin typeface="Noto Sans KR"/>
                <a:ea typeface="Noto Sans KR"/>
                <a:cs typeface="Noto Sans KR"/>
              </a:rPr>
              <a:t>한국어 책 · 최근 출간 · 소개 유무</a:t>
            </a:r>
          </a:p>
        </p:txBody>
      </p:sp>
      <p:sp>
        <p:nvSpPr>
          <p:cNvPr id="10" name="">
            <a:extLst xmlns:a="http://schemas.openxmlformats.org/drawingml/2006/main">
              <a:ext uri="{FF2B5EF4-FFF2-40B4-BE49-F238E27FC236}">
                <a16:creationId xmlns:a16="http://schemas.microsoft.com/office/drawing/2014/main" id="{FE1F5F99-CFFB-4FA9-9C92-19B9555ECD0D}"/>
              </a:ext>
            </a:extLst>
          </p:cNvPr>
          <p:cNvSpPr>
            <a:spLocks xmlns:a="http://schemas.openxmlformats.org/drawingml/2006/main" noGrp="1"/>
          </p:cNvSpPr>
          <p:nvPr/>
        </p:nvSpPr>
        <p:spPr>
          <a:xfrm xmlns:a="http://schemas.openxmlformats.org/drawingml/2006/main">
            <a:off x="6248400" y="1771650"/>
            <a:ext cx="2686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3B5D6A"/>
                </a:solidFill>
                <a:latin typeface="Noto Sans KR"/>
                <a:ea typeface="Noto Sans KR"/>
                <a:cs typeface="Noto Sans KR"/>
              </a:defRPr>
            </a:pPr>
            <a:r>
              <a:rPr sz="1725" b="1">
                <a:solidFill>
                  <a:srgbClr val="3B5D6A"/>
                </a:solidFill>
                <a:latin typeface="Noto Sans KR"/>
                <a:ea typeface="Noto Sans KR"/>
                <a:cs typeface="Noto Sans KR"/>
              </a:rPr>
              <a:t>취향과 추천</a:t>
            </a:r>
          </a:p>
        </p:txBody>
      </p:sp>
      <p:sp>
        <p:nvSpPr>
          <p:cNvPr id="11" name="">
            <a:extLst xmlns:a="http://schemas.openxmlformats.org/drawingml/2006/main">
              <a:ext uri="{FF2B5EF4-FFF2-40B4-BE49-F238E27FC236}">
                <a16:creationId xmlns:a16="http://schemas.microsoft.com/office/drawing/2014/main" id="{7A931C9E-8467-4F6C-B6A8-37254290169C}"/>
              </a:ext>
            </a:extLst>
          </p:cNvPr>
          <p:cNvSpPr>
            <a:spLocks xmlns:a="http://schemas.openxmlformats.org/drawingml/2006/main" noGrp="1"/>
          </p:cNvSpPr>
          <p:nvPr/>
        </p:nvSpPr>
        <p:spPr>
          <a:xfrm xmlns:a="http://schemas.openxmlformats.org/drawingml/2006/main">
            <a:off x="6248400" y="21431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B5658"/>
                </a:solidFill>
                <a:latin typeface="Noto Sans KR"/>
                <a:ea typeface="Noto Sans KR"/>
                <a:cs typeface="Noto Sans KR"/>
              </a:defRPr>
            </a:pPr>
            <a:r>
              <a:rPr sz="1425" b="0">
                <a:solidFill>
                  <a:srgbClr val="4B5658"/>
                </a:solidFill>
                <a:latin typeface="Noto Sans KR"/>
                <a:ea typeface="Noto Sans KR"/>
                <a:cs typeface="Noto Sans KR"/>
              </a:rPr>
              <a:t>좋아한 이유를 남기고 근거 있는 후보 비교</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d2a9a5f0fbe4092"/>
          <a:stretch xmlns:a="http://schemas.openxmlformats.org/drawingml/2006/main"/>
        </p:blipFill>
        <p:spPr>
          <a:xfrm xmlns:a="http://schemas.openxmlformats.org/drawingml/2006/main">
            <a:off x="6284094" y="2647950"/>
            <a:ext cx="2300337" cy="15716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7B641F0E-8A6D-43A4-B36E-D8703ADF8679}"/>
              </a:ext>
            </a:extLst>
          </p:cNvPr>
          <p:cNvSpPr>
            <a:spLocks xmlns:a="http://schemas.openxmlformats.org/drawingml/2006/main" noGrp="1"/>
          </p:cNvSpPr>
          <p:nvPr/>
        </p:nvSpPr>
        <p:spPr>
          <a:xfrm xmlns:a="http://schemas.openxmlformats.org/drawingml/2006/main">
            <a:off x="8791575" y="3000375"/>
            <a:ext cx="2571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263238"/>
                </a:solidFill>
                <a:latin typeface="Noto Sans KR"/>
                <a:ea typeface="Noto Sans KR"/>
                <a:cs typeface="Noto Sans KR"/>
              </a:defRPr>
            </a:pPr>
            <a:r>
              <a:rPr sz="1425" b="0">
                <a:solidFill>
                  <a:srgbClr val="263238"/>
                </a:solidFill>
                <a:latin typeface="Noto Sans KR"/>
                <a:ea typeface="Noto Sans KR"/>
                <a:cs typeface="Noto Sans KR"/>
              </a:rPr>
              <a:t>좋아한 이유를 기록하고</a:t>
            </a:r>
          </a:p>
          <a:p xmlns:a="http://schemas.openxmlformats.org/drawingml/2006/main">
            <a:pPr>
              <a:buNone/>
              <a:defRPr sz="1425" b="0">
                <a:solidFill>
                  <a:srgbClr val="263238"/>
                </a:solidFill>
                <a:latin typeface="Noto Sans KR"/>
                <a:ea typeface="Noto Sans KR"/>
                <a:cs typeface="Noto Sans KR"/>
              </a:defRPr>
            </a:pPr>
            <a:r>
              <a:rPr sz="1425" b="0">
                <a:solidFill>
                  <a:srgbClr val="263238"/>
                </a:solidFill>
                <a:latin typeface="Noto Sans KR"/>
                <a:ea typeface="Noto Sans KR"/>
                <a:cs typeface="Noto Sans KR"/>
              </a:rPr>
              <a:t>책 소개의 근거를 확인</a:t>
            </a:r>
          </a:p>
        </p:txBody>
      </p:sp>
      <p:sp>
        <p:nvSpPr>
          <p:cNvPr id="14" name="">
            <a:extLst xmlns:a="http://schemas.openxmlformats.org/drawingml/2006/main">
              <a:ext uri="{FF2B5EF4-FFF2-40B4-BE49-F238E27FC236}">
                <a16:creationId xmlns:a16="http://schemas.microsoft.com/office/drawing/2014/main" id="{B31F5683-DEBA-41B7-91A7-514C5EDE8933}"/>
              </a:ext>
            </a:extLst>
          </p:cNvPr>
          <p:cNvSpPr>
            <a:spLocks xmlns:a="http://schemas.openxmlformats.org/drawingml/2006/main" noGrp="1"/>
          </p:cNvSpPr>
          <p:nvPr/>
        </p:nvSpPr>
        <p:spPr>
          <a:xfrm xmlns:a="http://schemas.openxmlformats.org/drawingml/2006/main">
            <a:off x="704850" y="4476750"/>
            <a:ext cx="10687050" cy="19050"/>
          </a:xfrm>
          <a:prstGeom xmlns:a="http://schemas.openxmlformats.org/drawingml/2006/main" prst="rect">
            <a:avLst/>
          </a:prstGeom>
          <a:solidFill xmlns:a="http://schemas.openxmlformats.org/drawingml/2006/main">
            <a:srgbClr val="DDE2D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29A4581-E141-4DAF-970F-B2F6AEAA4FF4}"/>
              </a:ext>
            </a:extLst>
          </p:cNvPr>
          <p:cNvSpPr>
            <a:spLocks xmlns:a="http://schemas.openxmlformats.org/drawingml/2006/main" noGrp="1"/>
          </p:cNvSpPr>
          <p:nvPr/>
        </p:nvSpPr>
        <p:spPr>
          <a:xfrm xmlns:a="http://schemas.openxmlformats.org/drawingml/2006/main">
            <a:off x="723900" y="4695825"/>
            <a:ext cx="2076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3B5D6A"/>
                </a:solidFill>
                <a:latin typeface="Noto Sans KR"/>
                <a:ea typeface="Noto Sans KR"/>
                <a:cs typeface="Noto Sans KR"/>
              </a:defRPr>
            </a:pPr>
            <a:r>
              <a:rPr sz="1725" b="1">
                <a:solidFill>
                  <a:srgbClr val="3B5D6A"/>
                </a:solidFill>
                <a:latin typeface="Noto Sans KR"/>
                <a:ea typeface="Noto Sans KR"/>
                <a:cs typeface="Noto Sans KR"/>
              </a:rPr>
              <a:t>내 책장</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ed9f7b58dff64fd1"/>
          <a:stretch xmlns:a="http://schemas.openxmlformats.org/drawingml/2006/main"/>
        </p:blipFill>
        <p:spPr>
          <a:xfrm xmlns:a="http://schemas.openxmlformats.org/drawingml/2006/main">
            <a:off x="1499487" y="5086350"/>
            <a:ext cx="3154176" cy="132397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CF833DEF-630D-46DE-B218-906852BB97F6}"/>
              </a:ext>
            </a:extLst>
          </p:cNvPr>
          <p:cNvSpPr>
            <a:spLocks xmlns:a="http://schemas.openxmlformats.org/drawingml/2006/main" noGrp="1"/>
          </p:cNvSpPr>
          <p:nvPr/>
        </p:nvSpPr>
        <p:spPr>
          <a:xfrm xmlns:a="http://schemas.openxmlformats.org/drawingml/2006/main">
            <a:off x="2914650" y="4724400"/>
            <a:ext cx="2876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B5658"/>
                </a:solidFill>
                <a:latin typeface="Noto Sans KR"/>
                <a:ea typeface="Noto Sans KR"/>
                <a:cs typeface="Noto Sans KR"/>
              </a:defRPr>
            </a:pPr>
            <a:r>
              <a:rPr sz="1350" b="0">
                <a:solidFill>
                  <a:srgbClr val="4B5658"/>
                </a:solidFill>
                <a:latin typeface="Noto Sans KR"/>
                <a:ea typeface="Noto Sans KR"/>
                <a:cs typeface="Noto Sans KR"/>
              </a:rPr>
              <a:t>읽기 상태 · 메모 · 완독 기록</a:t>
            </a:r>
          </a:p>
        </p:txBody>
      </p:sp>
      <p:sp>
        <p:nvSpPr>
          <p:cNvPr id="18" name="">
            <a:extLst xmlns:a="http://schemas.openxmlformats.org/drawingml/2006/main">
              <a:ext uri="{FF2B5EF4-FFF2-40B4-BE49-F238E27FC236}">
                <a16:creationId xmlns:a16="http://schemas.microsoft.com/office/drawing/2014/main" id="{5C46460F-93C6-48EE-9948-B5547D2895D7}"/>
              </a:ext>
            </a:extLst>
          </p:cNvPr>
          <p:cNvSpPr>
            <a:spLocks xmlns:a="http://schemas.openxmlformats.org/drawingml/2006/main" noGrp="1"/>
          </p:cNvSpPr>
          <p:nvPr/>
        </p:nvSpPr>
        <p:spPr>
          <a:xfrm xmlns:a="http://schemas.openxmlformats.org/drawingml/2006/main">
            <a:off x="6238875" y="46958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3B5D6A"/>
                </a:solidFill>
                <a:latin typeface="Noto Sans KR"/>
                <a:ea typeface="Noto Sans KR"/>
                <a:cs typeface="Noto Sans KR"/>
              </a:defRPr>
            </a:pPr>
            <a:r>
              <a:rPr sz="1725" b="1">
                <a:solidFill>
                  <a:srgbClr val="3B5D6A"/>
                </a:solidFill>
                <a:latin typeface="Noto Sans KR"/>
                <a:ea typeface="Noto Sans KR"/>
                <a:cs typeface="Noto Sans KR"/>
              </a:rPr>
              <a:t>책 옆의 발견</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9154df417be04760"/>
          <a:stretch xmlns:a="http://schemas.openxmlformats.org/drawingml/2006/main"/>
        </p:blipFill>
        <p:spPr>
          <a:xfrm xmlns:a="http://schemas.openxmlformats.org/drawingml/2006/main">
            <a:off x="6331460" y="5095875"/>
            <a:ext cx="948305" cy="13525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27527CBC-18BE-4288-94DC-69D883A599E7}"/>
              </a:ext>
            </a:extLst>
          </p:cNvPr>
          <p:cNvSpPr>
            <a:spLocks xmlns:a="http://schemas.openxmlformats.org/drawingml/2006/main" noGrp="1"/>
          </p:cNvSpPr>
          <p:nvPr/>
        </p:nvSpPr>
        <p:spPr>
          <a:xfrm xmlns:a="http://schemas.openxmlformats.org/drawingml/2006/main">
            <a:off x="7600950" y="5391150"/>
            <a:ext cx="3638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263238"/>
                </a:solidFill>
                <a:latin typeface="Noto Sans KR"/>
                <a:ea typeface="Noto Sans KR"/>
                <a:cs typeface="Noto Sans KR"/>
              </a:defRPr>
            </a:pPr>
            <a:r>
              <a:rPr sz="1425" b="0">
                <a:solidFill>
                  <a:srgbClr val="263238"/>
                </a:solidFill>
                <a:latin typeface="Noto Sans KR"/>
                <a:ea typeface="Noto Sans KR"/>
                <a:cs typeface="Noto Sans KR"/>
              </a:rPr>
              <a:t>소품 사진에서 포함된</a:t>
            </a:r>
          </a:p>
          <a:p xmlns:a="http://schemas.openxmlformats.org/drawingml/2006/main">
            <a:pPr>
              <a:buNone/>
              <a:defRPr sz="1425" b="0">
                <a:solidFill>
                  <a:srgbClr val="263238"/>
                </a:solidFill>
                <a:latin typeface="Noto Sans KR"/>
                <a:ea typeface="Noto Sans KR"/>
                <a:cs typeface="Noto Sans KR"/>
              </a:defRPr>
            </a:pPr>
            <a:r>
              <a:rPr sz="1425" b="0">
                <a:solidFill>
                  <a:srgbClr val="263238"/>
                </a:solidFill>
                <a:latin typeface="Noto Sans KR"/>
                <a:ea typeface="Noto Sans KR"/>
                <a:cs typeface="Noto Sans KR"/>
              </a:rPr>
              <a:t>잡지 호와 구성 찾기</a:t>
            </a:r>
          </a:p>
        </p:txBody>
      </p:sp>
    </p:spTree>
    <p:extLst>
      <p:ext uri="{BB962C8B-B14F-4D97-AF65-F5344CB8AC3E}">
        <p14:creationId xmlns:p14="http://schemas.microsoft.com/office/powerpoint/2010/main" val="1171801159"/>
      </p:ext>
    </p:extLst>
  </p:cSld>
</p:sld>
</file>

<file path=ppt/slides/slide5.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6C8DB94-46D2-4DA8-A331-214F47AE9D4D}"/>
              </a:ext>
            </a:extLst>
          </p:cNvPr>
          <p:cNvSpPr>
            <a:spLocks xmlns:a="http://schemas.openxmlformats.org/drawingml/2006/main" noGrp="1"/>
          </p:cNvSpPr>
          <p:nvPr/>
        </p:nvSpPr>
        <p:spPr>
          <a:xfrm xmlns:a="http://schemas.openxmlformats.org/drawingml/2006/main">
            <a:off x="666750" y="3619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3B5D6A"/>
                </a:solidFill>
                <a:latin typeface="Noto Sans KR"/>
                <a:ea typeface="Noto Sans KR"/>
                <a:cs typeface="Noto Sans KR"/>
              </a:defRPr>
            </a:pPr>
            <a:r>
              <a:rPr sz="1500" b="1">
                <a:solidFill>
                  <a:srgbClr val="3B5D6A"/>
                </a:solidFill>
                <a:latin typeface="Noto Sans KR"/>
                <a:ea typeface="Noto Sans KR"/>
                <a:cs typeface="Noto Sans KR"/>
              </a:rPr>
              <a:t>folio</a:t>
            </a:r>
          </a:p>
        </p:txBody>
      </p:sp>
      <p:sp>
        <p:nvSpPr>
          <p:cNvPr id="2" name="">
            <a:extLst xmlns:a="http://schemas.openxmlformats.org/drawingml/2006/main">
              <a:ext uri="{FF2B5EF4-FFF2-40B4-BE49-F238E27FC236}">
                <a16:creationId xmlns:a16="http://schemas.microsoft.com/office/drawing/2014/main" id="{37B6755C-16A7-4668-BD46-CC1B3C7463A8}"/>
              </a:ext>
            </a:extLst>
          </p:cNvPr>
          <p:cNvSpPr>
            <a:spLocks xmlns:a="http://schemas.openxmlformats.org/drawingml/2006/main" noGrp="1"/>
          </p:cNvSpPr>
          <p:nvPr/>
        </p:nvSpPr>
        <p:spPr>
          <a:xfrm xmlns:a="http://schemas.openxmlformats.org/drawingml/2006/main">
            <a:off x="666750" y="9810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263238"/>
                </a:solidFill>
                <a:latin typeface="Noto Sans KR"/>
                <a:ea typeface="Noto Sans KR"/>
                <a:cs typeface="Noto Sans KR"/>
              </a:defRPr>
            </a:pPr>
            <a:r>
              <a:rPr sz="2550" b="1">
                <a:solidFill>
                  <a:srgbClr val="263238"/>
                </a:solidFill>
                <a:latin typeface="Noto Sans KR"/>
                <a:ea typeface="Noto Sans KR"/>
                <a:cs typeface="Noto Sans KR"/>
              </a:rPr>
              <a:t>책 데이터는 어디서 오나</a:t>
            </a:r>
          </a:p>
        </p:txBody>
      </p:sp>
      <p:sp>
        <p:nvSpPr>
          <p:cNvPr id="3" name="">
            <a:extLst xmlns:a="http://schemas.openxmlformats.org/drawingml/2006/main">
              <a:ext uri="{FF2B5EF4-FFF2-40B4-BE49-F238E27FC236}">
                <a16:creationId xmlns:a16="http://schemas.microsoft.com/office/drawing/2014/main" id="{F92A383F-9616-4A2C-A8A4-B4DBA079C273}"/>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6E7778"/>
                </a:solidFill>
                <a:latin typeface="Noto Sans KR"/>
                <a:ea typeface="Noto Sans KR"/>
                <a:cs typeface="Noto Sans KR"/>
              </a:defRPr>
            </a:pPr>
            <a:r>
              <a:rPr sz="1125" b="0">
                <a:solidFill>
                  <a:srgbClr val="6E7778"/>
                </a:solidFill>
                <a:latin typeface="Noto Sans KR"/>
                <a:ea typeface="Noto Sans KR"/>
                <a:cs typeface="Noto Sans KR"/>
              </a:rPr>
              <a:t>5</a:t>
            </a:r>
          </a:p>
        </p:txBody>
      </p:sp>
      <p:sp>
        <p:nvSpPr>
          <p:cNvPr id="4" name="">
            <a:extLst xmlns:a="http://schemas.openxmlformats.org/drawingml/2006/main">
              <a:ext uri="{FF2B5EF4-FFF2-40B4-BE49-F238E27FC236}">
                <a16:creationId xmlns:a16="http://schemas.microsoft.com/office/drawing/2014/main" id="{9E942911-DC54-40FC-9E42-811F904C42A5}"/>
              </a:ext>
            </a:extLst>
          </p:cNvPr>
          <p:cNvSpPr>
            <a:spLocks xmlns:a="http://schemas.openxmlformats.org/drawingml/2006/main" noGrp="1"/>
          </p:cNvSpPr>
          <p:nvPr/>
        </p:nvSpPr>
        <p:spPr>
          <a:xfrm xmlns:a="http://schemas.openxmlformats.org/drawingml/2006/main">
            <a:off x="685800" y="1857375"/>
            <a:ext cx="2628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3B5D6A"/>
                </a:solidFill>
                <a:latin typeface="Noto Sans KR"/>
                <a:ea typeface="Noto Sans KR"/>
                <a:cs typeface="Noto Sans KR"/>
              </a:defRPr>
            </a:pPr>
            <a:r>
              <a:rPr sz="1575" b="1">
                <a:solidFill>
                  <a:srgbClr val="3B5D6A"/>
                </a:solidFill>
                <a:latin typeface="Noto Sans KR"/>
                <a:ea typeface="Noto Sans KR"/>
                <a:cs typeface="Noto Sans KR"/>
              </a:rPr>
              <a:t>현재 연결된 자료원</a:t>
            </a:r>
          </a:p>
        </p:txBody>
      </p:sp>
      <p:sp>
        <p:nvSpPr>
          <p:cNvPr id="5" name="">
            <a:extLst xmlns:a="http://schemas.openxmlformats.org/drawingml/2006/main">
              <a:ext uri="{FF2B5EF4-FFF2-40B4-BE49-F238E27FC236}">
                <a16:creationId xmlns:a16="http://schemas.microsoft.com/office/drawing/2014/main" id="{E82E3421-8362-408D-AD01-754D3940630C}"/>
              </a:ext>
            </a:extLst>
          </p:cNvPr>
          <p:cNvSpPr>
            <a:spLocks xmlns:a="http://schemas.openxmlformats.org/drawingml/2006/main" noGrp="1"/>
          </p:cNvSpPr>
          <p:nvPr/>
        </p:nvSpPr>
        <p:spPr>
          <a:xfrm xmlns:a="http://schemas.openxmlformats.org/drawingml/2006/main">
            <a:off x="4267200" y="1857375"/>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3B5D6A"/>
                </a:solidFill>
                <a:latin typeface="Noto Sans KR"/>
                <a:ea typeface="Noto Sans KR"/>
                <a:cs typeface="Noto Sans KR"/>
              </a:defRPr>
            </a:pPr>
            <a:r>
              <a:rPr sz="1575" b="1">
                <a:solidFill>
                  <a:srgbClr val="3B5D6A"/>
                </a:solidFill>
                <a:latin typeface="Noto Sans KR"/>
                <a:ea typeface="Noto Sans KR"/>
                <a:cs typeface="Noto Sans KR"/>
              </a:rPr>
              <a:t>공통 정보로 정리</a:t>
            </a:r>
          </a:p>
        </p:txBody>
      </p:sp>
      <p:sp>
        <p:nvSpPr>
          <p:cNvPr id="6" name="">
            <a:extLst xmlns:a="http://schemas.openxmlformats.org/drawingml/2006/main">
              <a:ext uri="{FF2B5EF4-FFF2-40B4-BE49-F238E27FC236}">
                <a16:creationId xmlns:a16="http://schemas.microsoft.com/office/drawing/2014/main" id="{0DDBE194-1726-42F3-8BA6-7EE2BC62C820}"/>
              </a:ext>
            </a:extLst>
          </p:cNvPr>
          <p:cNvSpPr>
            <a:spLocks xmlns:a="http://schemas.openxmlformats.org/drawingml/2006/main" noGrp="1"/>
          </p:cNvSpPr>
          <p:nvPr/>
        </p:nvSpPr>
        <p:spPr>
          <a:xfrm xmlns:a="http://schemas.openxmlformats.org/drawingml/2006/main">
            <a:off x="8486775" y="1857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3B5D6A"/>
                </a:solidFill>
                <a:latin typeface="Noto Sans KR"/>
                <a:ea typeface="Noto Sans KR"/>
                <a:cs typeface="Noto Sans KR"/>
              </a:defRPr>
            </a:pPr>
            <a:r>
              <a:rPr sz="1575" b="1">
                <a:solidFill>
                  <a:srgbClr val="3B5D6A"/>
                </a:solidFill>
                <a:latin typeface="Noto Sans KR"/>
                <a:ea typeface="Noto Sans KR"/>
                <a:cs typeface="Noto Sans KR"/>
              </a:rPr>
              <a:t>검색 화면의 실제 카드</a:t>
            </a:r>
          </a:p>
        </p:txBody>
      </p:sp>
      <p:sp>
        <p:nvSpPr>
          <p:cNvPr id="7" name="">
            <a:extLst xmlns:a="http://schemas.openxmlformats.org/drawingml/2006/main">
              <a:ext uri="{FF2B5EF4-FFF2-40B4-BE49-F238E27FC236}">
                <a16:creationId xmlns:a16="http://schemas.microsoft.com/office/drawing/2014/main" id="{DE4954C1-A0A9-4C6E-8E03-2F36E673FA70}"/>
              </a:ext>
            </a:extLst>
          </p:cNvPr>
          <p:cNvSpPr>
            <a:spLocks xmlns:a="http://schemas.openxmlformats.org/drawingml/2006/main" noGrp="1"/>
          </p:cNvSpPr>
          <p:nvPr/>
        </p:nvSpPr>
        <p:spPr>
          <a:xfrm xmlns:a="http://schemas.openxmlformats.org/drawingml/2006/main">
            <a:off x="685800" y="2571750"/>
            <a:ext cx="285750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63238"/>
                </a:solidFill>
                <a:latin typeface="Noto Sans KR"/>
                <a:ea typeface="Noto Sans KR"/>
                <a:cs typeface="Noto Sans KR"/>
              </a:defRPr>
            </a:pPr>
            <a:r>
              <a:rPr sz="1800" b="0">
                <a:solidFill>
                  <a:srgbClr val="263238"/>
                </a:solidFill>
                <a:latin typeface="Noto Sans KR"/>
                <a:ea typeface="Noto Sans KR"/>
                <a:cs typeface="Noto Sans KR"/>
              </a:rPr>
              <a:t>알라딘 주간 목록</a:t>
            </a:r>
          </a:p>
          <a:p xmlns:a="http://schemas.openxmlformats.org/drawingml/2006/main">
            <a:pPr>
              <a:buNone/>
              <a:defRPr sz="1800" b="0">
                <a:solidFill>
                  <a:srgbClr val="263238"/>
                </a:solidFill>
                <a:latin typeface="Noto Sans KR"/>
                <a:ea typeface="Noto Sans KR"/>
                <a:cs typeface="Noto Sans KR"/>
              </a:defRPr>
            </a:pPr>
            <a:r>
              <a:rPr sz="1800" b="0">
                <a:solidFill>
                  <a:srgbClr val="263238"/>
                </a:solidFill>
                <a:latin typeface="Noto Sans KR"/>
                <a:ea typeface="Noto Sans KR"/>
                <a:cs typeface="Noto Sans KR"/>
              </a:rPr>
              <a:t>도서관 정보나루</a:t>
            </a:r>
          </a:p>
          <a:p xmlns:a="http://schemas.openxmlformats.org/drawingml/2006/main">
            <a:pPr>
              <a:buNone/>
              <a:defRPr sz="1800" b="0">
                <a:solidFill>
                  <a:srgbClr val="263238"/>
                </a:solidFill>
                <a:latin typeface="Noto Sans KR"/>
                <a:ea typeface="Noto Sans KR"/>
                <a:cs typeface="Noto Sans KR"/>
              </a:defRPr>
            </a:pPr>
            <a:r>
              <a:rPr sz="1800" b="0">
                <a:solidFill>
                  <a:srgbClr val="263238"/>
                </a:solidFill>
                <a:latin typeface="Noto Sans KR"/>
                <a:ea typeface="Noto Sans KR"/>
                <a:cs typeface="Noto Sans KR"/>
              </a:rPr>
              <a:t>Open Library</a:t>
            </a:r>
          </a:p>
        </p:txBody>
      </p:sp>
      <p:sp>
        <p:nvSpPr>
          <p:cNvPr id="8" name="">
            <a:extLst xmlns:a="http://schemas.openxmlformats.org/drawingml/2006/main">
              <a:ext uri="{FF2B5EF4-FFF2-40B4-BE49-F238E27FC236}">
                <a16:creationId xmlns:a16="http://schemas.microsoft.com/office/drawing/2014/main" id="{E9F21495-8EB5-4A26-9FF2-2C840351700A}"/>
              </a:ext>
            </a:extLst>
          </p:cNvPr>
          <p:cNvSpPr>
            <a:spLocks xmlns:a="http://schemas.openxmlformats.org/drawingml/2006/main" noGrp="1"/>
          </p:cNvSpPr>
          <p:nvPr/>
        </p:nvSpPr>
        <p:spPr>
          <a:xfrm xmlns:a="http://schemas.openxmlformats.org/drawingml/2006/main">
            <a:off x="3609975" y="3371850"/>
            <a:ext cx="457200" cy="19050"/>
          </a:xfrm>
          <a:prstGeom xmlns:a="http://schemas.openxmlformats.org/drawingml/2006/main" prst="rect">
            <a:avLst/>
          </a:prstGeom>
          <a:solidFill xmlns:a="http://schemas.openxmlformats.org/drawingml/2006/main">
            <a:srgbClr val="3B5D6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EA15499-2CED-4A95-BC40-EA5F1050CD05}"/>
              </a:ext>
            </a:extLst>
          </p:cNvPr>
          <p:cNvSpPr>
            <a:spLocks xmlns:a="http://schemas.openxmlformats.org/drawingml/2006/main" noGrp="1"/>
          </p:cNvSpPr>
          <p:nvPr/>
        </p:nvSpPr>
        <p:spPr>
          <a:xfrm xmlns:a="http://schemas.openxmlformats.org/drawingml/2006/main">
            <a:off x="4257675" y="2667000"/>
            <a:ext cx="3143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63238"/>
                </a:solidFill>
                <a:latin typeface="Noto Sans KR"/>
                <a:ea typeface="Noto Sans KR"/>
                <a:cs typeface="Noto Sans KR"/>
              </a:defRPr>
            </a:pPr>
            <a:r>
              <a:rPr sz="1800" b="0">
                <a:solidFill>
                  <a:srgbClr val="263238"/>
                </a:solidFill>
                <a:latin typeface="Noto Sans KR"/>
                <a:ea typeface="Noto Sans KR"/>
                <a:cs typeface="Noto Sans KR"/>
              </a:rPr>
              <a:t>제목 · 저자</a:t>
            </a:r>
          </a:p>
          <a:p xmlns:a="http://schemas.openxmlformats.org/drawingml/2006/main">
            <a:pPr>
              <a:buNone/>
              <a:defRPr sz="1800" b="0">
                <a:solidFill>
                  <a:srgbClr val="263238"/>
                </a:solidFill>
                <a:latin typeface="Noto Sans KR"/>
                <a:ea typeface="Noto Sans KR"/>
                <a:cs typeface="Noto Sans KR"/>
              </a:defRPr>
            </a:pPr>
            <a:r>
              <a:rPr sz="1800" b="0">
                <a:solidFill>
                  <a:srgbClr val="263238"/>
                </a:solidFill>
                <a:latin typeface="Noto Sans KR"/>
                <a:ea typeface="Noto Sans KR"/>
                <a:cs typeface="Noto Sans KR"/>
              </a:rPr>
              <a:t>표지 · 소개</a:t>
            </a:r>
          </a:p>
          <a:p xmlns:a="http://schemas.openxmlformats.org/drawingml/2006/main">
            <a:pPr>
              <a:buNone/>
              <a:defRPr sz="1800" b="0">
                <a:solidFill>
                  <a:srgbClr val="263238"/>
                </a:solidFill>
                <a:latin typeface="Noto Sans KR"/>
                <a:ea typeface="Noto Sans KR"/>
                <a:cs typeface="Noto Sans KR"/>
              </a:defRPr>
            </a:pPr>
            <a:r>
              <a:rPr sz="1800" b="0">
                <a:solidFill>
                  <a:srgbClr val="263238"/>
                </a:solidFill>
                <a:latin typeface="Noto Sans KR"/>
                <a:ea typeface="Noto Sans KR"/>
                <a:cs typeface="Noto Sans KR"/>
              </a:rPr>
              <a:t>출간일 · 출처</a:t>
            </a:r>
          </a:p>
        </p:txBody>
      </p:sp>
      <p:sp>
        <p:nvSpPr>
          <p:cNvPr id="10" name="">
            <a:extLst xmlns:a="http://schemas.openxmlformats.org/drawingml/2006/main">
              <a:ext uri="{FF2B5EF4-FFF2-40B4-BE49-F238E27FC236}">
                <a16:creationId xmlns:a16="http://schemas.microsoft.com/office/drawing/2014/main" id="{B08F8DF2-4603-4D2A-98F4-8CBAEF6035F8}"/>
              </a:ext>
            </a:extLst>
          </p:cNvPr>
          <p:cNvSpPr>
            <a:spLocks xmlns:a="http://schemas.openxmlformats.org/drawingml/2006/main" noGrp="1"/>
          </p:cNvSpPr>
          <p:nvPr/>
        </p:nvSpPr>
        <p:spPr>
          <a:xfrm xmlns:a="http://schemas.openxmlformats.org/drawingml/2006/main">
            <a:off x="7658100" y="3371850"/>
            <a:ext cx="533400" cy="19050"/>
          </a:xfrm>
          <a:prstGeom xmlns:a="http://schemas.openxmlformats.org/drawingml/2006/main" prst="rect">
            <a:avLst/>
          </a:prstGeom>
          <a:solidFill xmlns:a="http://schemas.openxmlformats.org/drawingml/2006/main">
            <a:srgbClr val="3B5D6A"/>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d62c7ea5e3640c5"/>
          <a:stretch xmlns:a="http://schemas.openxmlformats.org/drawingml/2006/main"/>
        </p:blipFill>
        <p:spPr>
          <a:xfrm xmlns:a="http://schemas.openxmlformats.org/drawingml/2006/main">
            <a:off x="8747724" y="2343150"/>
            <a:ext cx="1164026" cy="3048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5E03331-D588-4230-B858-D65794ED7E57}"/>
              </a:ext>
            </a:extLst>
          </p:cNvPr>
          <p:cNvSpPr>
            <a:spLocks xmlns:a="http://schemas.openxmlformats.org/drawingml/2006/main" noGrp="1"/>
          </p:cNvSpPr>
          <p:nvPr/>
        </p:nvSpPr>
        <p:spPr>
          <a:xfrm xmlns:a="http://schemas.openxmlformats.org/drawingml/2006/main">
            <a:off x="8477250" y="551497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B5658"/>
                </a:solidFill>
                <a:latin typeface="Noto Sans KR"/>
                <a:ea typeface="Noto Sans KR"/>
                <a:cs typeface="Noto Sans KR"/>
              </a:defRPr>
            </a:pPr>
            <a:r>
              <a:rPr sz="1425" b="0">
                <a:solidFill>
                  <a:srgbClr val="4B5658"/>
                </a:solidFill>
                <a:latin typeface="Noto Sans KR"/>
                <a:ea typeface="Noto Sans KR"/>
                <a:cs typeface="Noto Sans KR"/>
              </a:rPr>
              <a:t>출처와 출간 정보 표시</a:t>
            </a:r>
          </a:p>
        </p:txBody>
      </p:sp>
      <p:sp>
        <p:nvSpPr>
          <p:cNvPr id="13" name="">
            <a:extLst xmlns:a="http://schemas.openxmlformats.org/drawingml/2006/main">
              <a:ext uri="{FF2B5EF4-FFF2-40B4-BE49-F238E27FC236}">
                <a16:creationId xmlns:a16="http://schemas.microsoft.com/office/drawing/2014/main" id="{B5A0A1E7-AC2E-46BE-AA5F-EA01FAEEA89F}"/>
              </a:ext>
            </a:extLst>
          </p:cNvPr>
          <p:cNvSpPr>
            <a:spLocks xmlns:a="http://schemas.openxmlformats.org/drawingml/2006/main" noGrp="1"/>
          </p:cNvSpPr>
          <p:nvPr/>
        </p:nvSpPr>
        <p:spPr>
          <a:xfrm xmlns:a="http://schemas.openxmlformats.org/drawingml/2006/main">
            <a:off x="685800" y="5562600"/>
            <a:ext cx="7143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B5658"/>
                </a:solidFill>
                <a:latin typeface="Noto Sans KR"/>
                <a:ea typeface="Noto Sans KR"/>
                <a:cs typeface="Noto Sans KR"/>
              </a:defRPr>
            </a:pPr>
            <a:r>
              <a:rPr sz="1500" b="0">
                <a:solidFill>
                  <a:srgbClr val="4B5658"/>
                </a:solidFill>
                <a:latin typeface="Noto Sans KR"/>
                <a:ea typeface="Noto Sans KR"/>
                <a:cs typeface="Noto Sans KR"/>
              </a:rPr>
              <a:t>Google Books는 키 연결 전입니다. 없는 소개는 채우지 않습니다.</a:t>
            </a:r>
          </a:p>
        </p:txBody>
      </p:sp>
    </p:spTree>
    <p:extLst>
      <p:ext uri="{BB962C8B-B14F-4D97-AF65-F5344CB8AC3E}">
        <p14:creationId xmlns:p14="http://schemas.microsoft.com/office/powerpoint/2010/main" val="3224354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745DB10-0497-4903-B082-E31D6E63D8D4}"/>
              </a:ext>
            </a:extLst>
          </p:cNvPr>
          <p:cNvSpPr>
            <a:spLocks xmlns:a="http://schemas.openxmlformats.org/drawingml/2006/main" noGrp="1"/>
          </p:cNvSpPr>
          <p:nvPr/>
        </p:nvSpPr>
        <p:spPr>
          <a:xfrm xmlns:a="http://schemas.openxmlformats.org/drawingml/2006/main">
            <a:off x="666750" y="3619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3B5D6A"/>
                </a:solidFill>
                <a:latin typeface="Noto Sans KR"/>
                <a:ea typeface="Noto Sans KR"/>
                <a:cs typeface="Noto Sans KR"/>
              </a:defRPr>
            </a:pPr>
            <a:r>
              <a:rPr sz="1500" b="1">
                <a:solidFill>
                  <a:srgbClr val="3B5D6A"/>
                </a:solidFill>
                <a:latin typeface="Noto Sans KR"/>
                <a:ea typeface="Noto Sans KR"/>
                <a:cs typeface="Noto Sans KR"/>
              </a:rPr>
              <a:t>folio</a:t>
            </a:r>
          </a:p>
        </p:txBody>
      </p:sp>
      <p:sp>
        <p:nvSpPr>
          <p:cNvPr id="2" name="">
            <a:extLst xmlns:a="http://schemas.openxmlformats.org/drawingml/2006/main">
              <a:ext uri="{FF2B5EF4-FFF2-40B4-BE49-F238E27FC236}">
                <a16:creationId xmlns:a16="http://schemas.microsoft.com/office/drawing/2014/main" id="{C9A10BDA-10DF-431F-A27A-CC9189950A2F}"/>
              </a:ext>
            </a:extLst>
          </p:cNvPr>
          <p:cNvSpPr>
            <a:spLocks xmlns:a="http://schemas.openxmlformats.org/drawingml/2006/main" noGrp="1"/>
          </p:cNvSpPr>
          <p:nvPr/>
        </p:nvSpPr>
        <p:spPr>
          <a:xfrm xmlns:a="http://schemas.openxmlformats.org/drawingml/2006/main">
            <a:off x="666750" y="9810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263238"/>
                </a:solidFill>
                <a:latin typeface="Noto Sans KR"/>
                <a:ea typeface="Noto Sans KR"/>
                <a:cs typeface="Noto Sans KR"/>
              </a:defRPr>
            </a:pPr>
            <a:r>
              <a:rPr sz="2550" b="1">
                <a:solidFill>
                  <a:srgbClr val="263238"/>
                </a:solidFill>
                <a:latin typeface="Noto Sans KR"/>
                <a:ea typeface="Noto Sans KR"/>
                <a:cs typeface="Noto Sans KR"/>
              </a:rPr>
              <a:t>추천 이유는 어떻게 확인하나</a:t>
            </a:r>
          </a:p>
        </p:txBody>
      </p:sp>
      <p:sp>
        <p:nvSpPr>
          <p:cNvPr id="3" name="">
            <a:extLst xmlns:a="http://schemas.openxmlformats.org/drawingml/2006/main">
              <a:ext uri="{FF2B5EF4-FFF2-40B4-BE49-F238E27FC236}">
                <a16:creationId xmlns:a16="http://schemas.microsoft.com/office/drawing/2014/main" id="{29A07FD7-C9CD-45C7-9B82-4A66DF1878C8}"/>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6E7778"/>
                </a:solidFill>
                <a:latin typeface="Noto Sans KR"/>
                <a:ea typeface="Noto Sans KR"/>
                <a:cs typeface="Noto Sans KR"/>
              </a:defRPr>
            </a:pPr>
            <a:r>
              <a:rPr sz="1125" b="0">
                <a:solidFill>
                  <a:srgbClr val="6E7778"/>
                </a:solidFill>
                <a:latin typeface="Noto Sans KR"/>
                <a:ea typeface="Noto Sans KR"/>
                <a:cs typeface="Noto Sans KR"/>
              </a:rPr>
              <a:t>6</a:t>
            </a:r>
          </a:p>
        </p:txBody>
      </p:sp>
      <p:sp>
        <p:nvSpPr>
          <p:cNvPr id="4" name="">
            <a:extLst xmlns:a="http://schemas.openxmlformats.org/drawingml/2006/main">
              <a:ext uri="{FF2B5EF4-FFF2-40B4-BE49-F238E27FC236}">
                <a16:creationId xmlns:a16="http://schemas.microsoft.com/office/drawing/2014/main" id="{436E24F3-20E0-4717-B741-3EA85708D632}"/>
              </a:ext>
            </a:extLst>
          </p:cNvPr>
          <p:cNvSpPr>
            <a:spLocks xmlns:a="http://schemas.openxmlformats.org/drawingml/2006/main" noGrp="1"/>
          </p:cNvSpPr>
          <p:nvPr/>
        </p:nvSpPr>
        <p:spPr>
          <a:xfrm xmlns:a="http://schemas.openxmlformats.org/drawingml/2006/main">
            <a:off x="685800" y="2047875"/>
            <a:ext cx="166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3B5D6A"/>
                </a:solidFill>
                <a:latin typeface="Noto Sans KR"/>
                <a:ea typeface="Noto Sans KR"/>
                <a:cs typeface="Noto Sans KR"/>
              </a:defRPr>
            </a:pPr>
            <a:r>
              <a:rPr sz="1575" b="1">
                <a:solidFill>
                  <a:srgbClr val="3B5D6A"/>
                </a:solidFill>
                <a:latin typeface="Noto Sans KR"/>
                <a:ea typeface="Noto Sans KR"/>
                <a:cs typeface="Noto Sans KR"/>
              </a:rPr>
              <a:t>후보</a:t>
            </a:r>
          </a:p>
        </p:txBody>
      </p:sp>
      <p:sp>
        <p:nvSpPr>
          <p:cNvPr id="5" name="">
            <a:extLst xmlns:a="http://schemas.openxmlformats.org/drawingml/2006/main">
              <a:ext uri="{FF2B5EF4-FFF2-40B4-BE49-F238E27FC236}">
                <a16:creationId xmlns:a16="http://schemas.microsoft.com/office/drawing/2014/main" id="{7E48C1EF-7B65-4548-B0E8-61164A3C179E}"/>
              </a:ext>
            </a:extLst>
          </p:cNvPr>
          <p:cNvSpPr>
            <a:spLocks xmlns:a="http://schemas.openxmlformats.org/drawingml/2006/main" noGrp="1"/>
          </p:cNvSpPr>
          <p:nvPr/>
        </p:nvSpPr>
        <p:spPr>
          <a:xfrm xmlns:a="http://schemas.openxmlformats.org/drawingml/2006/main">
            <a:off x="2352675" y="2047875"/>
            <a:ext cx="48482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63238"/>
                </a:solidFill>
                <a:latin typeface="Noto Sans KR"/>
                <a:ea typeface="Noto Sans KR"/>
                <a:cs typeface="Noto Sans KR"/>
              </a:defRPr>
            </a:pPr>
            <a:r>
              <a:rPr sz="1650" b="0">
                <a:solidFill>
                  <a:srgbClr val="263238"/>
                </a:solidFill>
                <a:latin typeface="Noto Sans KR"/>
                <a:ea typeface="Noto Sans KR"/>
                <a:cs typeface="Noto Sans KR"/>
              </a:rPr>
              <a:t>검색된 책 중 소개가 있는 책</a:t>
            </a:r>
          </a:p>
        </p:txBody>
      </p:sp>
      <p:sp>
        <p:nvSpPr>
          <p:cNvPr id="6" name="">
            <a:extLst xmlns:a="http://schemas.openxmlformats.org/drawingml/2006/main">
              <a:ext uri="{FF2B5EF4-FFF2-40B4-BE49-F238E27FC236}">
                <a16:creationId xmlns:a16="http://schemas.microsoft.com/office/drawing/2014/main" id="{F47709ED-1DF5-43AE-9C7B-825033F1267B}"/>
              </a:ext>
            </a:extLst>
          </p:cNvPr>
          <p:cNvSpPr>
            <a:spLocks xmlns:a="http://schemas.openxmlformats.org/drawingml/2006/main" noGrp="1"/>
          </p:cNvSpPr>
          <p:nvPr/>
        </p:nvSpPr>
        <p:spPr>
          <a:xfrm xmlns:a="http://schemas.openxmlformats.org/drawingml/2006/main">
            <a:off x="2352675" y="2838450"/>
            <a:ext cx="4457700" cy="19050"/>
          </a:xfrm>
          <a:prstGeom xmlns:a="http://schemas.openxmlformats.org/drawingml/2006/main" prst="rect">
            <a:avLst/>
          </a:prstGeom>
          <a:solidFill xmlns:a="http://schemas.openxmlformats.org/drawingml/2006/main">
            <a:srgbClr val="DDE2D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9172CE7-738B-405E-B4BD-2B8AFA015B44}"/>
              </a:ext>
            </a:extLst>
          </p:cNvPr>
          <p:cNvSpPr>
            <a:spLocks xmlns:a="http://schemas.openxmlformats.org/drawingml/2006/main" noGrp="1"/>
          </p:cNvSpPr>
          <p:nvPr/>
        </p:nvSpPr>
        <p:spPr>
          <a:xfrm xmlns:a="http://schemas.openxmlformats.org/drawingml/2006/main">
            <a:off x="685800" y="3114675"/>
            <a:ext cx="166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3B5D6A"/>
                </a:solidFill>
                <a:latin typeface="Noto Sans KR"/>
                <a:ea typeface="Noto Sans KR"/>
                <a:cs typeface="Noto Sans KR"/>
              </a:defRPr>
            </a:pPr>
            <a:r>
              <a:rPr sz="1575" b="1">
                <a:solidFill>
                  <a:srgbClr val="3B5D6A"/>
                </a:solidFill>
                <a:latin typeface="Noto Sans KR"/>
                <a:ea typeface="Noto Sans KR"/>
                <a:cs typeface="Noto Sans KR"/>
              </a:rPr>
              <a:t>AI 응답</a:t>
            </a:r>
          </a:p>
        </p:txBody>
      </p:sp>
      <p:sp>
        <p:nvSpPr>
          <p:cNvPr id="8" name="">
            <a:extLst xmlns:a="http://schemas.openxmlformats.org/drawingml/2006/main">
              <a:ext uri="{FF2B5EF4-FFF2-40B4-BE49-F238E27FC236}">
                <a16:creationId xmlns:a16="http://schemas.microsoft.com/office/drawing/2014/main" id="{E68B5C00-1BDB-4053-A26D-E54281C205AD}"/>
              </a:ext>
            </a:extLst>
          </p:cNvPr>
          <p:cNvSpPr>
            <a:spLocks xmlns:a="http://schemas.openxmlformats.org/drawingml/2006/main" noGrp="1"/>
          </p:cNvSpPr>
          <p:nvPr/>
        </p:nvSpPr>
        <p:spPr>
          <a:xfrm xmlns:a="http://schemas.openxmlformats.org/drawingml/2006/main">
            <a:off x="2352675" y="3114675"/>
            <a:ext cx="48482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63238"/>
                </a:solidFill>
                <a:latin typeface="Noto Sans KR"/>
                <a:ea typeface="Noto Sans KR"/>
                <a:cs typeface="Noto Sans KR"/>
              </a:defRPr>
            </a:pPr>
            <a:r>
              <a:rPr sz="1650" b="0">
                <a:solidFill>
                  <a:srgbClr val="263238"/>
                </a:solidFill>
                <a:latin typeface="Noto Sans KR"/>
                <a:ea typeface="Noto Sans KR"/>
                <a:cs typeface="Noto Sans KR"/>
              </a:rPr>
              <a:t>책 ID + 이유 + 소개 인용문</a:t>
            </a:r>
          </a:p>
        </p:txBody>
      </p:sp>
      <p:sp>
        <p:nvSpPr>
          <p:cNvPr id="9" name="">
            <a:extLst xmlns:a="http://schemas.openxmlformats.org/drawingml/2006/main">
              <a:ext uri="{FF2B5EF4-FFF2-40B4-BE49-F238E27FC236}">
                <a16:creationId xmlns:a16="http://schemas.microsoft.com/office/drawing/2014/main" id="{402D35D6-9180-418C-9062-EA3370CD359D}"/>
              </a:ext>
            </a:extLst>
          </p:cNvPr>
          <p:cNvSpPr>
            <a:spLocks xmlns:a="http://schemas.openxmlformats.org/drawingml/2006/main" noGrp="1"/>
          </p:cNvSpPr>
          <p:nvPr/>
        </p:nvSpPr>
        <p:spPr>
          <a:xfrm xmlns:a="http://schemas.openxmlformats.org/drawingml/2006/main">
            <a:off x="2352675" y="3905250"/>
            <a:ext cx="4457700" cy="19050"/>
          </a:xfrm>
          <a:prstGeom xmlns:a="http://schemas.openxmlformats.org/drawingml/2006/main" prst="rect">
            <a:avLst/>
          </a:prstGeom>
          <a:solidFill xmlns:a="http://schemas.openxmlformats.org/drawingml/2006/main">
            <a:srgbClr val="DDE2D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DBCD20C-C15C-4D8A-B25A-171B7BD7BAE2}"/>
              </a:ext>
            </a:extLst>
          </p:cNvPr>
          <p:cNvSpPr>
            <a:spLocks xmlns:a="http://schemas.openxmlformats.org/drawingml/2006/main" noGrp="1"/>
          </p:cNvSpPr>
          <p:nvPr/>
        </p:nvSpPr>
        <p:spPr>
          <a:xfrm xmlns:a="http://schemas.openxmlformats.org/drawingml/2006/main">
            <a:off x="685800" y="4181475"/>
            <a:ext cx="166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3B5D6A"/>
                </a:solidFill>
                <a:latin typeface="Noto Sans KR"/>
                <a:ea typeface="Noto Sans KR"/>
                <a:cs typeface="Noto Sans KR"/>
              </a:defRPr>
            </a:pPr>
            <a:r>
              <a:rPr sz="1575" b="1">
                <a:solidFill>
                  <a:srgbClr val="3B5D6A"/>
                </a:solidFill>
                <a:latin typeface="Noto Sans KR"/>
                <a:ea typeface="Noto Sans KR"/>
                <a:cs typeface="Noto Sans KR"/>
              </a:rPr>
              <a:t>서버 확인</a:t>
            </a:r>
          </a:p>
        </p:txBody>
      </p:sp>
      <p:sp>
        <p:nvSpPr>
          <p:cNvPr id="11" name="">
            <a:extLst xmlns:a="http://schemas.openxmlformats.org/drawingml/2006/main">
              <a:ext uri="{FF2B5EF4-FFF2-40B4-BE49-F238E27FC236}">
                <a16:creationId xmlns:a16="http://schemas.microsoft.com/office/drawing/2014/main" id="{15E910DE-98DC-4AFE-9AE4-38F8F776E1EB}"/>
              </a:ext>
            </a:extLst>
          </p:cNvPr>
          <p:cNvSpPr>
            <a:spLocks xmlns:a="http://schemas.openxmlformats.org/drawingml/2006/main" noGrp="1"/>
          </p:cNvSpPr>
          <p:nvPr/>
        </p:nvSpPr>
        <p:spPr>
          <a:xfrm xmlns:a="http://schemas.openxmlformats.org/drawingml/2006/main">
            <a:off x="2352675" y="4181475"/>
            <a:ext cx="48482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63238"/>
                </a:solidFill>
                <a:latin typeface="Noto Sans KR"/>
                <a:ea typeface="Noto Sans KR"/>
                <a:cs typeface="Noto Sans KR"/>
              </a:defRPr>
            </a:pPr>
            <a:r>
              <a:rPr sz="1650" b="0">
                <a:solidFill>
                  <a:srgbClr val="263238"/>
                </a:solidFill>
                <a:latin typeface="Noto Sans KR"/>
                <a:ea typeface="Noto Sans KR"/>
                <a:cs typeface="Noto Sans KR"/>
              </a:rPr>
              <a:t>ID와 인용문을 원래 자료에 대조</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08dc4426ace4a81"/>
          <a:srcRect xmlns:a="http://schemas.openxmlformats.org/drawingml/2006/main" l="43" t="0" r="43" b="0"/>
          <a:stretch xmlns:a="http://schemas.openxmlformats.org/drawingml/2006/main">
            <a:fillRect l="0" t="0" r="0" b="0"/>
          </a:stretch>
        </p:blipFill>
        <p:spPr>
          <a:xfrm xmlns:a="http://schemas.openxmlformats.org/drawingml/2006/main">
            <a:off x="7543800" y="2133600"/>
            <a:ext cx="3676650" cy="34099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FDEF7222-BBAD-40EB-B92E-090B22E7475D}"/>
              </a:ext>
            </a:extLst>
          </p:cNvPr>
          <p:cNvSpPr>
            <a:spLocks xmlns:a="http://schemas.openxmlformats.org/drawingml/2006/main" noGrp="1"/>
          </p:cNvSpPr>
          <p:nvPr/>
        </p:nvSpPr>
        <p:spPr>
          <a:xfrm xmlns:a="http://schemas.openxmlformats.org/drawingml/2006/main">
            <a:off x="685800" y="5353050"/>
            <a:ext cx="323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3238"/>
                </a:solidFill>
                <a:latin typeface="Noto Sans KR"/>
                <a:ea typeface="Noto Sans KR"/>
                <a:cs typeface="Noto Sans KR"/>
              </a:defRPr>
            </a:pPr>
            <a:r>
              <a:rPr sz="1725" b="1">
                <a:solidFill>
                  <a:srgbClr val="263238"/>
                </a:solidFill>
                <a:latin typeface="Noto Sans KR"/>
                <a:ea typeface="Noto Sans KR"/>
                <a:cs typeface="Noto Sans KR"/>
              </a:rPr>
              <a:t>확인되면 표시</a:t>
            </a:r>
          </a:p>
        </p:txBody>
      </p:sp>
      <p:sp>
        <p:nvSpPr>
          <p:cNvPr id="14" name="">
            <a:extLst xmlns:a="http://schemas.openxmlformats.org/drawingml/2006/main">
              <a:ext uri="{FF2B5EF4-FFF2-40B4-BE49-F238E27FC236}">
                <a16:creationId xmlns:a16="http://schemas.microsoft.com/office/drawing/2014/main" id="{1154C6F5-6303-4D3F-81E9-708BCBF2C10C}"/>
              </a:ext>
            </a:extLst>
          </p:cNvPr>
          <p:cNvSpPr>
            <a:spLocks xmlns:a="http://schemas.openxmlformats.org/drawingml/2006/main" noGrp="1"/>
          </p:cNvSpPr>
          <p:nvPr/>
        </p:nvSpPr>
        <p:spPr>
          <a:xfrm xmlns:a="http://schemas.openxmlformats.org/drawingml/2006/main">
            <a:off x="5076825" y="5353050"/>
            <a:ext cx="4429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3238"/>
                </a:solidFill>
                <a:latin typeface="Noto Sans KR"/>
                <a:ea typeface="Noto Sans KR"/>
                <a:cs typeface="Noto Sans KR"/>
              </a:defRPr>
            </a:pPr>
            <a:r>
              <a:rPr sz="1725" b="1">
                <a:solidFill>
                  <a:srgbClr val="263238"/>
                </a:solidFill>
                <a:latin typeface="Noto Sans KR"/>
                <a:ea typeface="Noto Sans KR"/>
                <a:cs typeface="Noto Sans KR"/>
              </a:rPr>
              <a:t>맞지 않으면 비워 둠</a:t>
            </a:r>
          </a:p>
        </p:txBody>
      </p:sp>
      <p:sp>
        <p:nvSpPr>
          <p:cNvPr id="15" name="">
            <a:extLst xmlns:a="http://schemas.openxmlformats.org/drawingml/2006/main">
              <a:ext uri="{FF2B5EF4-FFF2-40B4-BE49-F238E27FC236}">
                <a16:creationId xmlns:a16="http://schemas.microsoft.com/office/drawing/2014/main" id="{37033145-6665-433B-8F93-B1908C8A3922}"/>
              </a:ext>
            </a:extLst>
          </p:cNvPr>
          <p:cNvSpPr>
            <a:spLocks xmlns:a="http://schemas.openxmlformats.org/drawingml/2006/main" noGrp="1"/>
          </p:cNvSpPr>
          <p:nvPr/>
        </p:nvSpPr>
        <p:spPr>
          <a:xfrm xmlns:a="http://schemas.openxmlformats.org/drawingml/2006/main">
            <a:off x="685800" y="60483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6E7778"/>
                </a:solidFill>
                <a:latin typeface="Noto Sans KR"/>
                <a:ea typeface="Noto Sans KR"/>
                <a:cs typeface="Noto Sans KR"/>
              </a:defRPr>
            </a:pPr>
            <a:r>
              <a:rPr sz="1425" b="0">
                <a:solidFill>
                  <a:srgbClr val="6E7778"/>
                </a:solidFill>
                <a:latin typeface="Noto Sans KR"/>
                <a:ea typeface="Noto Sans KR"/>
                <a:cs typeface="Noto Sans KR"/>
              </a:rPr>
              <a:t>Gemini 추천은 실제 책 소개와 대조해 근거가 확인될 때만 표시합니다.</a:t>
            </a:r>
          </a:p>
        </p:txBody>
      </p:sp>
      <p:sp>
        <p:nvSpPr>
          <p:cNvPr id="18" name="">
            <a:extLst xmlns:a="http://schemas.openxmlformats.org/drawingml/2006/main">
              <a:ext uri="{FF2B5EF4-FFF2-40B4-BE49-F238E27FC236}">
                <a16:creationId xmlns:a16="http://schemas.microsoft.com/office/drawing/2014/main" id="{821BA08F-466E-4E02-80C0-75E4E9EA45F6}"/>
              </a:ext>
            </a:extLst>
          </p:cNvPr>
          <p:cNvSpPr>
            <a:spLocks xmlns:a="http://schemas.openxmlformats.org/drawingml/2006/main" noGrp="1"/>
          </p:cNvSpPr>
          <p:nvPr/>
        </p:nvSpPr>
        <p:spPr>
          <a:xfrm xmlns:a="http://schemas.openxmlformats.org/drawingml/2006/main">
            <a:off x="7543800" y="5638800"/>
            <a:ext cx="3676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66737A"/>
                </a:solidFill>
                <a:latin typeface="Noto Sans KR"/>
                <a:ea typeface="Noto Sans KR"/>
                <a:cs typeface="Noto Sans KR"/>
              </a:defRPr>
            </a:pPr>
            <a:r>
              <a:rPr sz="1125">
                <a:solidFill>
                  <a:srgbClr val="66737A"/>
                </a:solidFill>
                <a:latin typeface="Noto Sans KR"/>
                <a:ea typeface="Noto Sans KR"/>
                <a:cs typeface="Noto Sans KR"/>
              </a:rPr>
              <a:t>공개 사이트 · 아몬드 검색</a:t>
            </a:r>
          </a:p>
        </p:txBody>
      </p:sp>
    </p:spTree>
    <p:extLst>
      <p:ext uri="{BB962C8B-B14F-4D97-AF65-F5344CB8AC3E}">
        <p14:creationId xmlns:p14="http://schemas.microsoft.com/office/powerpoint/2010/main" val="119231395"/>
      </p:ext>
    </p:extLst>
  </p:cSld>
</p:sld>
</file>

<file path=ppt/slides/slide7.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07E5A4-AA62-46A1-BC93-643FC061891F}"/>
              </a:ext>
            </a:extLst>
          </p:cNvPr>
          <p:cNvSpPr>
            <a:spLocks xmlns:a="http://schemas.openxmlformats.org/drawingml/2006/main" noGrp="1"/>
          </p:cNvSpPr>
          <p:nvPr/>
        </p:nvSpPr>
        <p:spPr>
          <a:xfrm xmlns:a="http://schemas.openxmlformats.org/drawingml/2006/main">
            <a:off x="666750" y="3619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3B5D6A"/>
                </a:solidFill>
                <a:latin typeface="Noto Sans KR"/>
                <a:ea typeface="Noto Sans KR"/>
                <a:cs typeface="Noto Sans KR"/>
              </a:defRPr>
            </a:pPr>
            <a:r>
              <a:rPr sz="1500" b="1">
                <a:solidFill>
                  <a:srgbClr val="3B5D6A"/>
                </a:solidFill>
                <a:latin typeface="Noto Sans KR"/>
                <a:ea typeface="Noto Sans KR"/>
                <a:cs typeface="Noto Sans KR"/>
              </a:rPr>
              <a:t>folio</a:t>
            </a:r>
          </a:p>
        </p:txBody>
      </p:sp>
      <p:sp>
        <p:nvSpPr>
          <p:cNvPr id="2" name="">
            <a:extLst xmlns:a="http://schemas.openxmlformats.org/drawingml/2006/main">
              <a:ext uri="{FF2B5EF4-FFF2-40B4-BE49-F238E27FC236}">
                <a16:creationId xmlns:a16="http://schemas.microsoft.com/office/drawing/2014/main" id="{259773F5-36A8-431E-9EDF-EE1D4CC6A0D0}"/>
              </a:ext>
            </a:extLst>
          </p:cNvPr>
          <p:cNvSpPr>
            <a:spLocks xmlns:a="http://schemas.openxmlformats.org/drawingml/2006/main" noGrp="1"/>
          </p:cNvSpPr>
          <p:nvPr/>
        </p:nvSpPr>
        <p:spPr>
          <a:xfrm xmlns:a="http://schemas.openxmlformats.org/drawingml/2006/main">
            <a:off x="666750" y="9810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263238"/>
                </a:solidFill>
                <a:latin typeface="Noto Sans KR"/>
                <a:ea typeface="Noto Sans KR"/>
                <a:cs typeface="Noto Sans KR"/>
              </a:defRPr>
            </a:pPr>
            <a:r>
              <a:rPr sz="2550" b="1">
                <a:solidFill>
                  <a:srgbClr val="263238"/>
                </a:solidFill>
                <a:latin typeface="Noto Sans KR"/>
                <a:ea typeface="Noto Sans KR"/>
                <a:cs typeface="Noto Sans KR"/>
              </a:rPr>
              <a:t>사용자가 보는 결과</a:t>
            </a:r>
          </a:p>
        </p:txBody>
      </p:sp>
      <p:sp>
        <p:nvSpPr>
          <p:cNvPr id="3" name="">
            <a:extLst xmlns:a="http://schemas.openxmlformats.org/drawingml/2006/main">
              <a:ext uri="{FF2B5EF4-FFF2-40B4-BE49-F238E27FC236}">
                <a16:creationId xmlns:a16="http://schemas.microsoft.com/office/drawing/2014/main" id="{AE352CAB-E722-47DE-AE63-DE6BC68D37D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6E7778"/>
                </a:solidFill>
                <a:latin typeface="Noto Sans KR"/>
                <a:ea typeface="Noto Sans KR"/>
                <a:cs typeface="Noto Sans KR"/>
              </a:defRPr>
            </a:pPr>
            <a:r>
              <a:rPr sz="1125" b="0">
                <a:solidFill>
                  <a:srgbClr val="6E7778"/>
                </a:solidFill>
                <a:latin typeface="Noto Sans KR"/>
                <a:ea typeface="Noto Sans KR"/>
                <a:cs typeface="Noto Sans KR"/>
              </a:rPr>
              <a:t>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8fca090bfbb4640"/>
          <a:stretch xmlns:a="http://schemas.openxmlformats.org/drawingml/2006/main"/>
        </p:blipFill>
        <p:spPr>
          <a:xfrm xmlns:a="http://schemas.openxmlformats.org/drawingml/2006/main">
            <a:off x="947346" y="2095500"/>
            <a:ext cx="1286658" cy="271462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7740b6fcf164961"/>
          <a:stretch xmlns:a="http://schemas.openxmlformats.org/drawingml/2006/main"/>
        </p:blipFill>
        <p:spPr>
          <a:xfrm xmlns:a="http://schemas.openxmlformats.org/drawingml/2006/main">
            <a:off x="2728521" y="2095500"/>
            <a:ext cx="1286658" cy="271462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75db8c3babf4943"/>
          <a:stretch xmlns:a="http://schemas.openxmlformats.org/drawingml/2006/main"/>
        </p:blipFill>
        <p:spPr>
          <a:xfrm xmlns:a="http://schemas.openxmlformats.org/drawingml/2006/main">
            <a:off x="4981575" y="2300229"/>
            <a:ext cx="6467475" cy="271474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2D28F4D-CFC4-47E9-B085-0927862B8999}"/>
              </a:ext>
            </a:extLst>
          </p:cNvPr>
          <p:cNvSpPr>
            <a:spLocks xmlns:a="http://schemas.openxmlformats.org/drawingml/2006/main" noGrp="1"/>
          </p:cNvSpPr>
          <p:nvPr/>
        </p:nvSpPr>
        <p:spPr>
          <a:xfrm xmlns:a="http://schemas.openxmlformats.org/drawingml/2006/main">
            <a:off x="723900" y="5429250"/>
            <a:ext cx="422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263238"/>
                </a:solidFill>
                <a:latin typeface="Noto Sans KR"/>
                <a:ea typeface="Noto Sans KR"/>
                <a:cs typeface="Noto Sans KR"/>
              </a:defRPr>
            </a:pPr>
            <a:r>
              <a:rPr sz="1650" b="1">
                <a:solidFill>
                  <a:srgbClr val="263238"/>
                </a:solidFill>
                <a:latin typeface="Noto Sans KR"/>
                <a:ea typeface="Noto Sans KR"/>
                <a:cs typeface="Noto Sans KR"/>
              </a:rPr>
              <a:t>찾은 책을 저장</a:t>
            </a:r>
          </a:p>
        </p:txBody>
      </p:sp>
      <p:sp>
        <p:nvSpPr>
          <p:cNvPr id="8" name="">
            <a:extLst xmlns:a="http://schemas.openxmlformats.org/drawingml/2006/main">
              <a:ext uri="{FF2B5EF4-FFF2-40B4-BE49-F238E27FC236}">
                <a16:creationId xmlns:a16="http://schemas.microsoft.com/office/drawing/2014/main" id="{AD26D8C5-5EA6-49FF-9516-31FC54E8D716}"/>
              </a:ext>
            </a:extLst>
          </p:cNvPr>
          <p:cNvSpPr>
            <a:spLocks xmlns:a="http://schemas.openxmlformats.org/drawingml/2006/main" noGrp="1"/>
          </p:cNvSpPr>
          <p:nvPr/>
        </p:nvSpPr>
        <p:spPr>
          <a:xfrm xmlns:a="http://schemas.openxmlformats.org/drawingml/2006/main">
            <a:off x="5019675" y="5429250"/>
            <a:ext cx="6276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263238"/>
                </a:solidFill>
                <a:latin typeface="Noto Sans KR"/>
                <a:ea typeface="Noto Sans KR"/>
                <a:cs typeface="Noto Sans KR"/>
              </a:defRPr>
            </a:pPr>
            <a:r>
              <a:rPr sz="1650" b="1">
                <a:solidFill>
                  <a:srgbClr val="263238"/>
                </a:solidFill>
                <a:latin typeface="Noto Sans KR"/>
                <a:ea typeface="Noto Sans KR"/>
                <a:cs typeface="Noto Sans KR"/>
              </a:rPr>
              <a:t>읽기 상태와 메모를 다시 확인</a:t>
            </a:r>
          </a:p>
        </p:txBody>
      </p:sp>
    </p:spTree>
    <p:extLst>
      <p:ext uri="{BB962C8B-B14F-4D97-AF65-F5344CB8AC3E}">
        <p14:creationId xmlns:p14="http://schemas.microsoft.com/office/powerpoint/2010/main" val="486259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9AD9F70-CD58-4B7D-A33C-AA05037A36ED}"/>
              </a:ext>
            </a:extLst>
          </p:cNvPr>
          <p:cNvSpPr>
            <a:spLocks xmlns:a="http://schemas.openxmlformats.org/drawingml/2006/main" noGrp="1"/>
          </p:cNvSpPr>
          <p:nvPr/>
        </p:nvSpPr>
        <p:spPr>
          <a:xfrm xmlns:a="http://schemas.openxmlformats.org/drawingml/2006/main">
            <a:off x="666750" y="3619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3B5D6A"/>
                </a:solidFill>
                <a:latin typeface="Noto Sans KR"/>
                <a:ea typeface="Noto Sans KR"/>
                <a:cs typeface="Noto Sans KR"/>
              </a:defRPr>
            </a:pPr>
            <a:r>
              <a:rPr sz="1500" b="1">
                <a:solidFill>
                  <a:srgbClr val="3B5D6A"/>
                </a:solidFill>
                <a:latin typeface="Noto Sans KR"/>
                <a:ea typeface="Noto Sans KR"/>
                <a:cs typeface="Noto Sans KR"/>
              </a:rPr>
              <a:t>folio</a:t>
            </a:r>
          </a:p>
        </p:txBody>
      </p:sp>
      <p:sp>
        <p:nvSpPr>
          <p:cNvPr id="2" name="">
            <a:extLst xmlns:a="http://schemas.openxmlformats.org/drawingml/2006/main">
              <a:ext uri="{FF2B5EF4-FFF2-40B4-BE49-F238E27FC236}">
                <a16:creationId xmlns:a16="http://schemas.microsoft.com/office/drawing/2014/main" id="{949E90C8-46FF-42EA-84A3-D86F8B37388E}"/>
              </a:ext>
            </a:extLst>
          </p:cNvPr>
          <p:cNvSpPr>
            <a:spLocks xmlns:a="http://schemas.openxmlformats.org/drawingml/2006/main" noGrp="1"/>
          </p:cNvSpPr>
          <p:nvPr/>
        </p:nvSpPr>
        <p:spPr>
          <a:xfrm xmlns:a="http://schemas.openxmlformats.org/drawingml/2006/main">
            <a:off x="666750" y="9810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263238"/>
                </a:solidFill>
                <a:latin typeface="Noto Sans KR"/>
                <a:ea typeface="Noto Sans KR"/>
                <a:cs typeface="Noto Sans KR"/>
              </a:defRPr>
            </a:pPr>
            <a:r>
              <a:rPr sz="2550" b="1">
                <a:solidFill>
                  <a:srgbClr val="263238"/>
                </a:solidFill>
                <a:latin typeface="Noto Sans KR"/>
                <a:ea typeface="Noto Sans KR"/>
                <a:cs typeface="Noto Sans KR"/>
              </a:rPr>
              <a:t>만들면서 바꾼 기준</a:t>
            </a:r>
          </a:p>
        </p:txBody>
      </p:sp>
      <p:sp>
        <p:nvSpPr>
          <p:cNvPr id="3" name="">
            <a:extLst xmlns:a="http://schemas.openxmlformats.org/drawingml/2006/main">
              <a:ext uri="{FF2B5EF4-FFF2-40B4-BE49-F238E27FC236}">
                <a16:creationId xmlns:a16="http://schemas.microsoft.com/office/drawing/2014/main" id="{442D285F-8A0F-40BB-BBFB-6AE23D310E7C}"/>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6E7778"/>
                </a:solidFill>
                <a:latin typeface="Noto Sans KR"/>
                <a:ea typeface="Noto Sans KR"/>
                <a:cs typeface="Noto Sans KR"/>
              </a:defRPr>
            </a:pPr>
            <a:r>
              <a:rPr sz="1125" b="0">
                <a:solidFill>
                  <a:srgbClr val="6E7778"/>
                </a:solidFill>
                <a:latin typeface="Noto Sans KR"/>
                <a:ea typeface="Noto Sans KR"/>
                <a:cs typeface="Noto Sans KR"/>
              </a:rPr>
              <a:t>8</a:t>
            </a:r>
          </a:p>
        </p:txBody>
      </p:sp>
      <p:sp>
        <p:nvSpPr>
          <p:cNvPr id="4" name="">
            <a:extLst xmlns:a="http://schemas.openxmlformats.org/drawingml/2006/main">
              <a:ext uri="{FF2B5EF4-FFF2-40B4-BE49-F238E27FC236}">
                <a16:creationId xmlns:a16="http://schemas.microsoft.com/office/drawing/2014/main" id="{5660A11B-6652-476A-9ED5-140D720AAC77}"/>
              </a:ext>
            </a:extLst>
          </p:cNvPr>
          <p:cNvSpPr>
            <a:spLocks xmlns:a="http://schemas.openxmlformats.org/drawingml/2006/main" noGrp="1"/>
          </p:cNvSpPr>
          <p:nvPr/>
        </p:nvSpPr>
        <p:spPr>
          <a:xfrm xmlns:a="http://schemas.openxmlformats.org/drawingml/2006/main">
            <a:off x="2905125" y="1743075"/>
            <a:ext cx="2428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6E7778"/>
                </a:solidFill>
                <a:latin typeface="Noto Sans KR"/>
                <a:ea typeface="Noto Sans KR"/>
                <a:cs typeface="Noto Sans KR"/>
              </a:defRPr>
            </a:pPr>
            <a:r>
              <a:rPr sz="1500" b="1">
                <a:solidFill>
                  <a:srgbClr val="6E7778"/>
                </a:solidFill>
                <a:latin typeface="Noto Sans KR"/>
                <a:ea typeface="Noto Sans KR"/>
                <a:cs typeface="Noto Sans KR"/>
              </a:rPr>
              <a:t>처음</a:t>
            </a:r>
          </a:p>
        </p:txBody>
      </p:sp>
      <p:sp>
        <p:nvSpPr>
          <p:cNvPr id="5" name="">
            <a:extLst xmlns:a="http://schemas.openxmlformats.org/drawingml/2006/main">
              <a:ext uri="{FF2B5EF4-FFF2-40B4-BE49-F238E27FC236}">
                <a16:creationId xmlns:a16="http://schemas.microsoft.com/office/drawing/2014/main" id="{582487D3-20F7-448B-B373-577ED50A57CA}"/>
              </a:ext>
            </a:extLst>
          </p:cNvPr>
          <p:cNvSpPr>
            <a:spLocks xmlns:a="http://schemas.openxmlformats.org/drawingml/2006/main" noGrp="1"/>
          </p:cNvSpPr>
          <p:nvPr/>
        </p:nvSpPr>
        <p:spPr>
          <a:xfrm xmlns:a="http://schemas.openxmlformats.org/drawingml/2006/main">
            <a:off x="7229475" y="1743075"/>
            <a:ext cx="2428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3B5D6A"/>
                </a:solidFill>
                <a:latin typeface="Noto Sans KR"/>
                <a:ea typeface="Noto Sans KR"/>
                <a:cs typeface="Noto Sans KR"/>
              </a:defRPr>
            </a:pPr>
            <a:r>
              <a:rPr sz="1500" b="1">
                <a:solidFill>
                  <a:srgbClr val="3B5D6A"/>
                </a:solidFill>
                <a:latin typeface="Noto Sans KR"/>
                <a:ea typeface="Noto Sans KR"/>
                <a:cs typeface="Noto Sans KR"/>
              </a:rPr>
              <a:t>바꾼 뒤</a:t>
            </a:r>
          </a:p>
        </p:txBody>
      </p:sp>
      <p:sp>
        <p:nvSpPr>
          <p:cNvPr id="6" name="">
            <a:extLst xmlns:a="http://schemas.openxmlformats.org/drawingml/2006/main">
              <a:ext uri="{FF2B5EF4-FFF2-40B4-BE49-F238E27FC236}">
                <a16:creationId xmlns:a16="http://schemas.microsoft.com/office/drawing/2014/main" id="{355CABBE-5F7E-42DE-9ED5-33B041D20D1D}"/>
              </a:ext>
            </a:extLst>
          </p:cNvPr>
          <p:cNvSpPr>
            <a:spLocks xmlns:a="http://schemas.openxmlformats.org/drawingml/2006/main" noGrp="1"/>
          </p:cNvSpPr>
          <p:nvPr/>
        </p:nvSpPr>
        <p:spPr>
          <a:xfrm xmlns:a="http://schemas.openxmlformats.org/drawingml/2006/main">
            <a:off x="695325" y="2466975"/>
            <a:ext cx="1885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263238"/>
                </a:solidFill>
                <a:latin typeface="Noto Sans KR"/>
                <a:ea typeface="Noto Sans KR"/>
                <a:cs typeface="Noto Sans KR"/>
              </a:defRPr>
            </a:pPr>
            <a:r>
              <a:rPr sz="1650" b="1">
                <a:solidFill>
                  <a:srgbClr val="263238"/>
                </a:solidFill>
                <a:latin typeface="Noto Sans KR"/>
                <a:ea typeface="Noto Sans KR"/>
                <a:cs typeface="Noto Sans KR"/>
              </a:rPr>
              <a:t>책 목록</a:t>
            </a:r>
          </a:p>
        </p:txBody>
      </p:sp>
      <p:sp>
        <p:nvSpPr>
          <p:cNvPr id="7" name="">
            <a:extLst xmlns:a="http://schemas.openxmlformats.org/drawingml/2006/main">
              <a:ext uri="{FF2B5EF4-FFF2-40B4-BE49-F238E27FC236}">
                <a16:creationId xmlns:a16="http://schemas.microsoft.com/office/drawing/2014/main" id="{F7085E58-1D0C-4C76-AB78-0872CAC0B8EC}"/>
              </a:ext>
            </a:extLst>
          </p:cNvPr>
          <p:cNvSpPr>
            <a:spLocks xmlns:a="http://schemas.openxmlformats.org/drawingml/2006/main" noGrp="1"/>
          </p:cNvSpPr>
          <p:nvPr/>
        </p:nvSpPr>
        <p:spPr>
          <a:xfrm xmlns:a="http://schemas.openxmlformats.org/drawingml/2006/main">
            <a:off x="2914650" y="24669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B5658"/>
                </a:solidFill>
                <a:latin typeface="Noto Sans KR"/>
                <a:ea typeface="Noto Sans KR"/>
                <a:cs typeface="Noto Sans KR"/>
              </a:defRPr>
            </a:pPr>
            <a:r>
              <a:rPr sz="1650" b="0">
                <a:solidFill>
                  <a:srgbClr val="4B5658"/>
                </a:solidFill>
                <a:latin typeface="Noto Sans KR"/>
                <a:ea typeface="Noto Sans KR"/>
                <a:cs typeface="Noto Sans KR"/>
              </a:rPr>
              <a:t>고정된 몇 권</a:t>
            </a:r>
          </a:p>
        </p:txBody>
      </p:sp>
      <p:sp>
        <p:nvSpPr>
          <p:cNvPr id="8" name="">
            <a:extLst xmlns:a="http://schemas.openxmlformats.org/drawingml/2006/main">
              <a:ext uri="{FF2B5EF4-FFF2-40B4-BE49-F238E27FC236}">
                <a16:creationId xmlns:a16="http://schemas.microsoft.com/office/drawing/2014/main" id="{0202187B-AF87-4C6F-9D35-0783B19D6623}"/>
              </a:ext>
            </a:extLst>
          </p:cNvPr>
          <p:cNvSpPr>
            <a:spLocks xmlns:a="http://schemas.openxmlformats.org/drawingml/2006/main" noGrp="1"/>
          </p:cNvSpPr>
          <p:nvPr/>
        </p:nvSpPr>
        <p:spPr>
          <a:xfrm xmlns:a="http://schemas.openxmlformats.org/drawingml/2006/main">
            <a:off x="6315075" y="2638425"/>
            <a:ext cx="552450" cy="19050"/>
          </a:xfrm>
          <a:prstGeom xmlns:a="http://schemas.openxmlformats.org/drawingml/2006/main" prst="rect">
            <a:avLst/>
          </a:prstGeom>
          <a:solidFill xmlns:a="http://schemas.openxmlformats.org/drawingml/2006/main">
            <a:srgbClr val="3B5D6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7436973-6E2E-4E42-9A74-DB5A8AFBDFFC}"/>
              </a:ext>
            </a:extLst>
          </p:cNvPr>
          <p:cNvSpPr>
            <a:spLocks xmlns:a="http://schemas.openxmlformats.org/drawingml/2006/main" noGrp="1"/>
          </p:cNvSpPr>
          <p:nvPr/>
        </p:nvSpPr>
        <p:spPr>
          <a:xfrm xmlns:a="http://schemas.openxmlformats.org/drawingml/2006/main">
            <a:off x="7239000" y="2466975"/>
            <a:ext cx="4095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63238"/>
                </a:solidFill>
                <a:latin typeface="Noto Sans KR"/>
                <a:ea typeface="Noto Sans KR"/>
                <a:cs typeface="Noto Sans KR"/>
              </a:defRPr>
            </a:pPr>
            <a:r>
              <a:rPr sz="1650" b="0">
                <a:solidFill>
                  <a:srgbClr val="263238"/>
                </a:solidFill>
                <a:latin typeface="Noto Sans KR"/>
                <a:ea typeface="Noto Sans KR"/>
                <a:cs typeface="Noto Sans KR"/>
              </a:rPr>
              <a:t>여러 자료원에서 검색</a:t>
            </a:r>
          </a:p>
        </p:txBody>
      </p:sp>
      <p:sp>
        <p:nvSpPr>
          <p:cNvPr id="10" name="">
            <a:extLst xmlns:a="http://schemas.openxmlformats.org/drawingml/2006/main">
              <a:ext uri="{FF2B5EF4-FFF2-40B4-BE49-F238E27FC236}">
                <a16:creationId xmlns:a16="http://schemas.microsoft.com/office/drawing/2014/main" id="{12A9A65F-1771-4EF0-ACEE-498B180854F1}"/>
              </a:ext>
            </a:extLst>
          </p:cNvPr>
          <p:cNvSpPr>
            <a:spLocks xmlns:a="http://schemas.openxmlformats.org/drawingml/2006/main" noGrp="1"/>
          </p:cNvSpPr>
          <p:nvPr/>
        </p:nvSpPr>
        <p:spPr>
          <a:xfrm xmlns:a="http://schemas.openxmlformats.org/drawingml/2006/main">
            <a:off x="685800" y="3276600"/>
            <a:ext cx="10629900" cy="19050"/>
          </a:xfrm>
          <a:prstGeom xmlns:a="http://schemas.openxmlformats.org/drawingml/2006/main" prst="rect">
            <a:avLst/>
          </a:prstGeom>
          <a:solidFill xmlns:a="http://schemas.openxmlformats.org/drawingml/2006/main">
            <a:srgbClr val="DDE2D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E53F53D-040F-4861-BB50-FE85998CBA01}"/>
              </a:ext>
            </a:extLst>
          </p:cNvPr>
          <p:cNvSpPr>
            <a:spLocks xmlns:a="http://schemas.openxmlformats.org/drawingml/2006/main" noGrp="1"/>
          </p:cNvSpPr>
          <p:nvPr/>
        </p:nvSpPr>
        <p:spPr>
          <a:xfrm xmlns:a="http://schemas.openxmlformats.org/drawingml/2006/main">
            <a:off x="695325" y="3533775"/>
            <a:ext cx="1885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263238"/>
                </a:solidFill>
                <a:latin typeface="Noto Sans KR"/>
                <a:ea typeface="Noto Sans KR"/>
                <a:cs typeface="Noto Sans KR"/>
              </a:defRPr>
            </a:pPr>
            <a:r>
              <a:rPr sz="1650" b="1">
                <a:solidFill>
                  <a:srgbClr val="263238"/>
                </a:solidFill>
                <a:latin typeface="Noto Sans KR"/>
                <a:ea typeface="Noto Sans KR"/>
                <a:cs typeface="Noto Sans KR"/>
              </a:rPr>
              <a:t>추천</a:t>
            </a:r>
          </a:p>
        </p:txBody>
      </p:sp>
      <p:sp>
        <p:nvSpPr>
          <p:cNvPr id="12" name="">
            <a:extLst xmlns:a="http://schemas.openxmlformats.org/drawingml/2006/main">
              <a:ext uri="{FF2B5EF4-FFF2-40B4-BE49-F238E27FC236}">
                <a16:creationId xmlns:a16="http://schemas.microsoft.com/office/drawing/2014/main" id="{03E198BF-7059-474F-A275-0D1A61169176}"/>
              </a:ext>
            </a:extLst>
          </p:cNvPr>
          <p:cNvSpPr>
            <a:spLocks xmlns:a="http://schemas.openxmlformats.org/drawingml/2006/main" noGrp="1"/>
          </p:cNvSpPr>
          <p:nvPr/>
        </p:nvSpPr>
        <p:spPr>
          <a:xfrm xmlns:a="http://schemas.openxmlformats.org/drawingml/2006/main">
            <a:off x="2914650" y="35337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B5658"/>
                </a:solidFill>
                <a:latin typeface="Noto Sans KR"/>
                <a:ea typeface="Noto Sans KR"/>
                <a:cs typeface="Noto Sans KR"/>
              </a:defRPr>
            </a:pPr>
            <a:r>
              <a:rPr sz="1650" b="0">
                <a:solidFill>
                  <a:srgbClr val="4B5658"/>
                </a:solidFill>
                <a:latin typeface="Noto Sans KR"/>
                <a:ea typeface="Noto Sans KR"/>
                <a:cs typeface="Noto Sans KR"/>
              </a:rPr>
              <a:t>그럴듯한 설명</a:t>
            </a:r>
          </a:p>
        </p:txBody>
      </p:sp>
      <p:sp>
        <p:nvSpPr>
          <p:cNvPr id="13" name="">
            <a:extLst xmlns:a="http://schemas.openxmlformats.org/drawingml/2006/main">
              <a:ext uri="{FF2B5EF4-FFF2-40B4-BE49-F238E27FC236}">
                <a16:creationId xmlns:a16="http://schemas.microsoft.com/office/drawing/2014/main" id="{79377436-82ED-4ED3-800D-E899DCFF9010}"/>
              </a:ext>
            </a:extLst>
          </p:cNvPr>
          <p:cNvSpPr>
            <a:spLocks xmlns:a="http://schemas.openxmlformats.org/drawingml/2006/main" noGrp="1"/>
          </p:cNvSpPr>
          <p:nvPr/>
        </p:nvSpPr>
        <p:spPr>
          <a:xfrm xmlns:a="http://schemas.openxmlformats.org/drawingml/2006/main">
            <a:off x="6315075" y="3705225"/>
            <a:ext cx="552450" cy="19050"/>
          </a:xfrm>
          <a:prstGeom xmlns:a="http://schemas.openxmlformats.org/drawingml/2006/main" prst="rect">
            <a:avLst/>
          </a:prstGeom>
          <a:solidFill xmlns:a="http://schemas.openxmlformats.org/drawingml/2006/main">
            <a:srgbClr val="3B5D6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C1F4AC5-A73A-4532-9FFF-6AB162887E35}"/>
              </a:ext>
            </a:extLst>
          </p:cNvPr>
          <p:cNvSpPr>
            <a:spLocks xmlns:a="http://schemas.openxmlformats.org/drawingml/2006/main" noGrp="1"/>
          </p:cNvSpPr>
          <p:nvPr/>
        </p:nvSpPr>
        <p:spPr>
          <a:xfrm xmlns:a="http://schemas.openxmlformats.org/drawingml/2006/main">
            <a:off x="7239000" y="3533775"/>
            <a:ext cx="4095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63238"/>
                </a:solidFill>
                <a:latin typeface="Noto Sans KR"/>
                <a:ea typeface="Noto Sans KR"/>
                <a:cs typeface="Noto Sans KR"/>
              </a:defRPr>
            </a:pPr>
            <a:r>
              <a:rPr sz="1650" b="0">
                <a:solidFill>
                  <a:srgbClr val="263238"/>
                </a:solidFill>
                <a:latin typeface="Noto Sans KR"/>
                <a:ea typeface="Noto Sans KR"/>
                <a:cs typeface="Noto Sans KR"/>
              </a:rPr>
              <a:t>소개에 있는 근거 확인</a:t>
            </a:r>
          </a:p>
        </p:txBody>
      </p:sp>
      <p:sp>
        <p:nvSpPr>
          <p:cNvPr id="15" name="">
            <a:extLst xmlns:a="http://schemas.openxmlformats.org/drawingml/2006/main">
              <a:ext uri="{FF2B5EF4-FFF2-40B4-BE49-F238E27FC236}">
                <a16:creationId xmlns:a16="http://schemas.microsoft.com/office/drawing/2014/main" id="{C5B353F7-3E88-4479-AAAA-31C035EF59BF}"/>
              </a:ext>
            </a:extLst>
          </p:cNvPr>
          <p:cNvSpPr>
            <a:spLocks xmlns:a="http://schemas.openxmlformats.org/drawingml/2006/main" noGrp="1"/>
          </p:cNvSpPr>
          <p:nvPr/>
        </p:nvSpPr>
        <p:spPr>
          <a:xfrm xmlns:a="http://schemas.openxmlformats.org/drawingml/2006/main">
            <a:off x="685800" y="4343400"/>
            <a:ext cx="10629900" cy="19050"/>
          </a:xfrm>
          <a:prstGeom xmlns:a="http://schemas.openxmlformats.org/drawingml/2006/main" prst="rect">
            <a:avLst/>
          </a:prstGeom>
          <a:solidFill xmlns:a="http://schemas.openxmlformats.org/drawingml/2006/main">
            <a:srgbClr val="DDE2D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795F94B-0310-4D62-AE8D-26616A22A0CE}"/>
              </a:ext>
            </a:extLst>
          </p:cNvPr>
          <p:cNvSpPr>
            <a:spLocks xmlns:a="http://schemas.openxmlformats.org/drawingml/2006/main" noGrp="1"/>
          </p:cNvSpPr>
          <p:nvPr/>
        </p:nvSpPr>
        <p:spPr>
          <a:xfrm xmlns:a="http://schemas.openxmlformats.org/drawingml/2006/main">
            <a:off x="695325" y="4600575"/>
            <a:ext cx="1885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263238"/>
                </a:solidFill>
                <a:latin typeface="Noto Sans KR"/>
                <a:ea typeface="Noto Sans KR"/>
                <a:cs typeface="Noto Sans KR"/>
              </a:defRPr>
            </a:pPr>
            <a:r>
              <a:rPr sz="1650" b="1">
                <a:solidFill>
                  <a:srgbClr val="263238"/>
                </a:solidFill>
                <a:latin typeface="Noto Sans KR"/>
                <a:ea typeface="Noto Sans KR"/>
                <a:cs typeface="Noto Sans KR"/>
              </a:rPr>
              <a:t>책장</a:t>
            </a:r>
          </a:p>
        </p:txBody>
      </p:sp>
      <p:sp>
        <p:nvSpPr>
          <p:cNvPr id="17" name="">
            <a:extLst xmlns:a="http://schemas.openxmlformats.org/drawingml/2006/main">
              <a:ext uri="{FF2B5EF4-FFF2-40B4-BE49-F238E27FC236}">
                <a16:creationId xmlns:a16="http://schemas.microsoft.com/office/drawing/2014/main" id="{BCB51B0B-3B1A-40D7-8F21-5C0F80A59F39}"/>
              </a:ext>
            </a:extLst>
          </p:cNvPr>
          <p:cNvSpPr>
            <a:spLocks xmlns:a="http://schemas.openxmlformats.org/drawingml/2006/main" noGrp="1"/>
          </p:cNvSpPr>
          <p:nvPr/>
        </p:nvSpPr>
        <p:spPr>
          <a:xfrm xmlns:a="http://schemas.openxmlformats.org/drawingml/2006/main">
            <a:off x="2914650" y="46005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B5658"/>
                </a:solidFill>
                <a:latin typeface="Noto Sans KR"/>
                <a:ea typeface="Noto Sans KR"/>
                <a:cs typeface="Noto Sans KR"/>
              </a:defRPr>
            </a:pPr>
            <a:r>
              <a:rPr sz="1650" b="0">
                <a:solidFill>
                  <a:srgbClr val="4B5658"/>
                </a:solidFill>
                <a:latin typeface="Noto Sans KR"/>
                <a:ea typeface="Noto Sans KR"/>
                <a:cs typeface="Noto Sans KR"/>
              </a:rPr>
              <a:t>장식 중심</a:t>
            </a:r>
          </a:p>
        </p:txBody>
      </p:sp>
      <p:sp>
        <p:nvSpPr>
          <p:cNvPr id="18" name="">
            <a:extLst xmlns:a="http://schemas.openxmlformats.org/drawingml/2006/main">
              <a:ext uri="{FF2B5EF4-FFF2-40B4-BE49-F238E27FC236}">
                <a16:creationId xmlns:a16="http://schemas.microsoft.com/office/drawing/2014/main" id="{C77D8285-7596-4AD1-B13A-463B1895ABF3}"/>
              </a:ext>
            </a:extLst>
          </p:cNvPr>
          <p:cNvSpPr>
            <a:spLocks xmlns:a="http://schemas.openxmlformats.org/drawingml/2006/main" noGrp="1"/>
          </p:cNvSpPr>
          <p:nvPr/>
        </p:nvSpPr>
        <p:spPr>
          <a:xfrm xmlns:a="http://schemas.openxmlformats.org/drawingml/2006/main">
            <a:off x="6315075" y="4772025"/>
            <a:ext cx="552450" cy="19050"/>
          </a:xfrm>
          <a:prstGeom xmlns:a="http://schemas.openxmlformats.org/drawingml/2006/main" prst="rect">
            <a:avLst/>
          </a:prstGeom>
          <a:solidFill xmlns:a="http://schemas.openxmlformats.org/drawingml/2006/main">
            <a:srgbClr val="3B5D6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1CBC9BE-5AEF-47F4-B70B-B7AD81E0B89F}"/>
              </a:ext>
            </a:extLst>
          </p:cNvPr>
          <p:cNvSpPr>
            <a:spLocks xmlns:a="http://schemas.openxmlformats.org/drawingml/2006/main" noGrp="1"/>
          </p:cNvSpPr>
          <p:nvPr/>
        </p:nvSpPr>
        <p:spPr>
          <a:xfrm xmlns:a="http://schemas.openxmlformats.org/drawingml/2006/main">
            <a:off x="7239000" y="4600575"/>
            <a:ext cx="4095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63238"/>
                </a:solidFill>
                <a:latin typeface="Noto Sans KR"/>
                <a:ea typeface="Noto Sans KR"/>
                <a:cs typeface="Noto Sans KR"/>
              </a:defRPr>
            </a:pPr>
            <a:r>
              <a:rPr sz="1650" b="0">
                <a:solidFill>
                  <a:srgbClr val="263238"/>
                </a:solidFill>
                <a:latin typeface="Noto Sans KR"/>
                <a:ea typeface="Noto Sans KR"/>
                <a:cs typeface="Noto Sans KR"/>
              </a:rPr>
              <a:t>상태·메모·완독 기록</a:t>
            </a:r>
          </a:p>
        </p:txBody>
      </p:sp>
      <p:sp>
        <p:nvSpPr>
          <p:cNvPr id="20" name="">
            <a:extLst xmlns:a="http://schemas.openxmlformats.org/drawingml/2006/main">
              <a:ext uri="{FF2B5EF4-FFF2-40B4-BE49-F238E27FC236}">
                <a16:creationId xmlns:a16="http://schemas.microsoft.com/office/drawing/2014/main" id="{67F906BE-9AFD-431A-8097-F50DB328E78B}"/>
              </a:ext>
            </a:extLst>
          </p:cNvPr>
          <p:cNvSpPr>
            <a:spLocks xmlns:a="http://schemas.openxmlformats.org/drawingml/2006/main" noGrp="1"/>
          </p:cNvSpPr>
          <p:nvPr/>
        </p:nvSpPr>
        <p:spPr>
          <a:xfrm xmlns:a="http://schemas.openxmlformats.org/drawingml/2006/main">
            <a:off x="685800" y="60198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E7778"/>
                </a:solidFill>
                <a:latin typeface="Noto Sans KR"/>
                <a:ea typeface="Noto Sans KR"/>
                <a:cs typeface="Noto Sans KR"/>
              </a:defRPr>
            </a:pPr>
            <a:r>
              <a:rPr sz="1350" b="0">
                <a:solidFill>
                  <a:srgbClr val="6E7778"/>
                </a:solidFill>
                <a:latin typeface="Noto Sans KR"/>
                <a:ea typeface="Noto Sans KR"/>
                <a:cs typeface="Noto Sans KR"/>
              </a:rPr>
              <a:t>다음 확인: 독자가 추천을 유용하게 여기는지, 다른 기기에서도 기록이 복원되는지</a:t>
            </a:r>
          </a:p>
        </p:txBody>
      </p:sp>
    </p:spTree>
    <p:extLst>
      <p:ext uri="{BB962C8B-B14F-4D97-AF65-F5344CB8AC3E}">
        <p14:creationId xmlns:p14="http://schemas.microsoft.com/office/powerpoint/2010/main" val="4405962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2026-10-07T22:45:54.9090000Z</dcterms:created>
  <dcterms:modified xsi:type="dcterms:W3CDTF">2026-10-07T22:45:54.9090000Z</dcterms:modified>
</coreProperties>
</file>